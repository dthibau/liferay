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7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9.xml.rels" ContentType="application/vnd.openxmlformats-package.relationships+xml"/>
  <Override PartName="/ppt/slideMasters/_rels/slideMaster31.xml.rels" ContentType="application/vnd.openxmlformats-package.relationships+xml"/>
  <Override PartName="/ppt/slideMasters/_rels/slideMaster28.xml.rels" ContentType="application/vnd.openxmlformats-package.relationships+xml"/>
  <Override PartName="/ppt/slideMasters/_rels/slideMaster30.xml.rels" ContentType="application/vnd.openxmlformats-package.relationships+xml"/>
  <Override PartName="/ppt/slideMasters/_rels/slideMaster32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33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3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3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2.xml.rels" ContentType="application/vnd.openxmlformats-package.relationships+xml"/>
  <Override PartName="/ppt/slideMasters/slideMaster25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presProps.xml" ContentType="application/vnd.openxmlformats-officedocument.presentationml.presProps+xml"/>
  <Override PartName="/ppt/theme/theme29.xml" ContentType="application/vnd.openxmlformats-officedocument.theme+xml"/>
  <Override PartName="/ppt/theme/theme28.xml" ContentType="application/vnd.openxmlformats-officedocument.theme+xml"/>
  <Override PartName="/ppt/theme/theme27.xml" ContentType="application/vnd.openxmlformats-officedocument.theme+xml"/>
  <Override PartName="/ppt/theme/theme26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4.xml" ContentType="application/vnd.openxmlformats-officedocument.theme+xml"/>
  <Override PartName="/ppt/theme/theme31.xml" ContentType="application/vnd.openxmlformats-officedocument.theme+xml"/>
  <Override PartName="/ppt/theme/theme5.xml" ContentType="application/vnd.openxmlformats-officedocument.theme+xml"/>
  <Override PartName="/ppt/theme/theme32.xml" ContentType="application/vnd.openxmlformats-officedocument.theme+xml"/>
  <Override PartName="/ppt/theme/theme6.xml" ContentType="application/vnd.openxmlformats-officedocument.theme+xml"/>
  <Override PartName="/ppt/theme/theme33.xml" ContentType="application/vnd.openxmlformats-officedocument.theme+xml"/>
  <Override PartName="/ppt/theme/theme8.xml" ContentType="application/vnd.openxmlformats-officedocument.theme+xml"/>
  <Override PartName="/ppt/theme/theme35.xml" ContentType="application/vnd.openxmlformats-officedocument.theme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36.xml" ContentType="application/vnd.openxmlformats-officedocument.theme+xml"/>
  <Override PartName="/ppt/theme/theme2.xml" ContentType="application/vnd.openxmlformats-officedocument.theme+xml"/>
  <Override PartName="/ppt/theme/theme7.xml" ContentType="application/vnd.openxmlformats-officedocument.theme+xml"/>
  <Override PartName="/ppt/theme/theme34.xml" ContentType="application/vnd.openxmlformats-officedocument.theme+xml"/>
  <Override PartName="/ppt/theme/theme13.xml" ContentType="application/vnd.openxmlformats-officedocument.theme+xml"/>
  <Override PartName="/ppt/theme/theme30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11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20.xml" ContentType="application/vnd.openxmlformats-officedocument.theme+xml"/>
  <Override PartName="/ppt/theme/theme19.xml" ContentType="application/vnd.openxmlformats-officedocument.theme+xml"/>
  <Override PartName="/ppt/theme/theme21.xml" ContentType="application/vnd.openxmlformats-officedocument.theme+xml"/>
  <Override PartName="/ppt/theme/theme22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jpeg" ContentType="image/jpeg"/>
  <Override PartName="/ppt/slideLayouts/slideLayout22.xml" ContentType="application/vnd.openxmlformats-officedocument.presentationml.slideLayout+xml"/>
  <Override PartName="/ppt/slideLayouts/_rels/slideLayout1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4.xml.rels" ContentType="application/vnd.openxmlformats-package.relationships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s/_rels/slide46.xml.rels" ContentType="application/vnd.openxmlformats-package.relationships+xml"/>
  <Override PartName="/ppt/slides/_rels/slide13.xml.rels" ContentType="application/vnd.openxmlformats-package.relationships+xml"/>
  <Override PartName="/ppt/slides/_rels/slide81.xml.rels" ContentType="application/vnd.openxmlformats-package.relationships+xml"/>
  <Override PartName="/ppt/slides/_rels/slide16.xml.rels" ContentType="application/vnd.openxmlformats-package.relationships+xml"/>
  <Override PartName="/ppt/slides/_rels/slide84.xml.rels" ContentType="application/vnd.openxmlformats-package.relationships+xml"/>
  <Override PartName="/ppt/slides/_rels/slide47.xml.rels" ContentType="application/vnd.openxmlformats-package.relationships+xml"/>
  <Override PartName="/ppt/slides/_rels/slide160.xml.rels" ContentType="application/vnd.openxmlformats-package.relationships+xml"/>
  <Override PartName="/ppt/slides/_rels/slide9.xml.rels" ContentType="application/vnd.openxmlformats-package.relationships+xml"/>
  <Override PartName="/ppt/slides/_rels/slide207.xml.rels" ContentType="application/vnd.openxmlformats-package.relationships+xml"/>
  <Override PartName="/ppt/slides/_rels/slide11.xml.rels" ContentType="application/vnd.openxmlformats-package.relationships+xml"/>
  <Override PartName="/ppt/slides/_rels/slide48.xml.rels" ContentType="application/vnd.openxmlformats-package.relationships+xml"/>
  <Override PartName="/ppt/slides/_rels/slide161.xml.rels" ContentType="application/vnd.openxmlformats-package.relationships+xml"/>
  <Override PartName="/ppt/slides/_rels/slide20.xml.rels" ContentType="application/vnd.openxmlformats-package.relationships+xml"/>
  <Override PartName="/ppt/slides/_rels/slide171.xml.rels" ContentType="application/vnd.openxmlformats-package.relationships+xml"/>
  <Override PartName="/ppt/slides/_rels/slide103.xml.rels" ContentType="application/vnd.openxmlformats-package.relationships+xml"/>
  <Override PartName="/ppt/slides/_rels/slide58.xml.rels" ContentType="application/vnd.openxmlformats-package.relationships+xml"/>
  <Override PartName="/ppt/slides/_rels/slide49.xml.rels" ContentType="application/vnd.openxmlformats-package.relationships+xml"/>
  <Override PartName="/ppt/slides/_rels/slide162.xml.rels" ContentType="application/vnd.openxmlformats-package.relationships+xml"/>
  <Override PartName="/ppt/slides/_rels/slide21.xml.rels" ContentType="application/vnd.openxmlformats-package.relationships+xml"/>
  <Override PartName="/ppt/slides/_rels/slide104.xml.rels" ContentType="application/vnd.openxmlformats-package.relationships+xml"/>
  <Override PartName="/ppt/slides/_rels/slide172.xml.rels" ContentType="application/vnd.openxmlformats-package.relationships+xml"/>
  <Override PartName="/ppt/slides/_rels/slide59.xml.rels" ContentType="application/vnd.openxmlformats-package.relationships+xml"/>
  <Override PartName="/ppt/slides/_rels/slide1.xml.rels" ContentType="application/vnd.openxmlformats-package.relationships+xml"/>
  <Override PartName="/ppt/slides/_rels/slide129.xml.rels" ContentType="application/vnd.openxmlformats-package.relationships+xml"/>
  <Override PartName="/ppt/slides/_rels/slide197.xml.rels" ContentType="application/vnd.openxmlformats-package.relationships+xml"/>
  <Override PartName="/ppt/slides/_rels/slide90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198.xml.rels" ContentType="application/vnd.openxmlformats-package.relationships+xml"/>
  <Override PartName="/ppt/slides/_rels/slide200.xml.rels" ContentType="application/vnd.openxmlformats-package.relationships+xml"/>
  <Override PartName="/ppt/slides/_rels/slide173.xml.rels" ContentType="application/vnd.openxmlformats-package.relationships+xml"/>
  <Override PartName="/ppt/slides/_rels/slide105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35.xml.rels" ContentType="application/vnd.openxmlformats-package.relationships+xml"/>
  <Override PartName="/ppt/slides/_rels/slide36.xml.rels" ContentType="application/vnd.openxmlformats-package.relationships+xml"/>
  <Override PartName="/ppt/slides/_rels/slide37.xml.rels" ContentType="application/vnd.openxmlformats-package.relationships+xml"/>
  <Override PartName="/ppt/slides/_rels/slide150.xml.rels" ContentType="application/vnd.openxmlformats-package.relationships+xml"/>
  <Override PartName="/ppt/slides/_rels/slide38.xml.rels" ContentType="application/vnd.openxmlformats-package.relationships+xml"/>
  <Override PartName="/ppt/slides/_rels/slide151.xml.rels" ContentType="application/vnd.openxmlformats-package.relationships+xml"/>
  <Override PartName="/ppt/slides/_rels/slide39.xml.rels" ContentType="application/vnd.openxmlformats-package.relationships+xml"/>
  <Override PartName="/ppt/slides/_rels/slide152.xml.rels" ContentType="application/vnd.openxmlformats-package.relationships+xml"/>
  <Override PartName="/ppt/slides/_rels/slide40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43.xml.rels" ContentType="application/vnd.openxmlformats-package.relationships+xml"/>
  <Override PartName="/ppt/slides/_rels/slide44.xml.rels" ContentType="application/vnd.openxmlformats-package.relationships+xml"/>
  <Override PartName="/ppt/slides/_rels/slide45.xml.rels" ContentType="application/vnd.openxmlformats-package.relationships+xml"/>
  <Override PartName="/ppt/slides/_rels/slide50.xml.rels" ContentType="application/vnd.openxmlformats-package.relationships+xml"/>
  <Override PartName="/ppt/slides/_rels/slide51.xml.rels" ContentType="application/vnd.openxmlformats-package.relationships+xml"/>
  <Override PartName="/ppt/slides/_rels/slide100.xml.rels" ContentType="application/vnd.openxmlformats-package.relationships+xml"/>
  <Override PartName="/ppt/slides/_rels/slide55.xml.rels" ContentType="application/vnd.openxmlformats-package.relationships+xml"/>
  <Override PartName="/ppt/slides/_rels/slide101.xml.rels" ContentType="application/vnd.openxmlformats-package.relationships+xml"/>
  <Override PartName="/ppt/slides/_rels/slide56.xml.rels" ContentType="application/vnd.openxmlformats-package.relationships+xml"/>
  <Override PartName="/ppt/slides/_rels/slide102.xml.rels" ContentType="application/vnd.openxmlformats-package.relationships+xml"/>
  <Override PartName="/ppt/slides/_rels/slide170.xml.rels" ContentType="application/vnd.openxmlformats-package.relationships+xml"/>
  <Override PartName="/ppt/slides/_rels/slide57.xml.rels" ContentType="application/vnd.openxmlformats-package.relationships+xml"/>
  <Override PartName="/ppt/slides/_rels/slide128.xml.rels" ContentType="application/vnd.openxmlformats-package.relationships+xml"/>
  <Override PartName="/ppt/slides/_rels/slide196.xml.rels" ContentType="application/vnd.openxmlformats-package.relationships+xml"/>
  <Override PartName="/ppt/slides/_rels/slide52.xml.rels" ContentType="application/vnd.openxmlformats-package.relationships+xml"/>
  <Override PartName="/ppt/slides/_rels/slide130.xml.rels" ContentType="application/vnd.openxmlformats-package.relationships+xml"/>
  <Override PartName="/ppt/slides/_rels/slide17.xml.rels" ContentType="application/vnd.openxmlformats-package.relationships+xml"/>
  <Override PartName="/ppt/slides/_rels/slide85.xml.rels" ContentType="application/vnd.openxmlformats-package.relationships+xml"/>
  <Override PartName="/ppt/slides/_rels/slide53.xml.rels" ContentType="application/vnd.openxmlformats-package.relationships+xml"/>
  <Override PartName="/ppt/slides/_rels/slide131.xml.rels" ContentType="application/vnd.openxmlformats-package.relationships+xml"/>
  <Override PartName="/ppt/slides/_rels/slide18.xml.rels" ContentType="application/vnd.openxmlformats-package.relationships+xml"/>
  <Override PartName="/ppt/slides/_rels/slide86.xml.rels" ContentType="application/vnd.openxmlformats-package.relationships+xml"/>
  <Override PartName="/ppt/slides/_rels/slide54.xml.rels" ContentType="application/vnd.openxmlformats-package.relationships+xml"/>
  <Override PartName="/ppt/slides/_rels/slide132.xml.rels" ContentType="application/vnd.openxmlformats-package.relationships+xml"/>
  <Override PartName="/ppt/slides/_rels/slide19.xml.rels" ContentType="application/vnd.openxmlformats-package.relationships+xml"/>
  <Override PartName="/ppt/slides/_rels/slide87.xml.rels" ContentType="application/vnd.openxmlformats-package.relationships+xml"/>
  <Override PartName="/ppt/slides/_rels/slide4.xml.rels" ContentType="application/vnd.openxmlformats-package.relationships+xml"/>
  <Override PartName="/ppt/slides/_rels/slide202.xml.rels" ContentType="application/vnd.openxmlformats-package.relationships+xml"/>
  <Override PartName="/ppt/slides/_rels/slide211.xml.rels" ContentType="application/vnd.openxmlformats-package.relationships+xml"/>
  <Override PartName="/ppt/slides/_rels/slide98.xml.rels" ContentType="application/vnd.openxmlformats-package.relationships+xml"/>
  <Override PartName="/ppt/slides/_rels/slide143.xml.rels" ContentType="application/vnd.openxmlformats-package.relationships+xml"/>
  <Override PartName="/ppt/slides/_rels/slide5.xml.rels" ContentType="application/vnd.openxmlformats-package.relationships+xml"/>
  <Override PartName="/ppt/slides/_rels/slide203.xml.rels" ContentType="application/vnd.openxmlformats-package.relationships+xml"/>
  <Override PartName="/ppt/slides/_rels/slide212.xml.rels" ContentType="application/vnd.openxmlformats-package.relationships+xml"/>
  <Override PartName="/ppt/slides/_rels/slide99.xml.rels" ContentType="application/vnd.openxmlformats-package.relationships+xml"/>
  <Override PartName="/ppt/slides/_rels/slide144.xml.rels" ContentType="application/vnd.openxmlformats-package.relationships+xml"/>
  <Override PartName="/ppt/slides/_rels/slide213.xml.rels" ContentType="application/vnd.openxmlformats-package.relationships+xml"/>
  <Override PartName="/ppt/slides/_rels/slide163.xml.rels" ContentType="application/vnd.openxmlformats-package.relationships+xml"/>
  <Override PartName="/ppt/slides/_rels/slide83.xml.rels" ContentType="application/vnd.openxmlformats-package.relationships+xml"/>
  <Override PartName="/ppt/slides/_rels/slide15.xml.rels" ContentType="application/vnd.openxmlformats-package.relationships+xml"/>
  <Override PartName="/ppt/slides/_rels/slide61.xml.rels" ContentType="application/vnd.openxmlformats-package.relationships+xml"/>
  <Override PartName="/ppt/slides/_rels/slide62.xml.rels" ContentType="application/vnd.openxmlformats-package.relationships+xml"/>
  <Override PartName="/ppt/slides/_rels/slide63.xml.rels" ContentType="application/vnd.openxmlformats-package.relationships+xml"/>
  <Override PartName="/ppt/slides/_rels/slide64.xml.rels" ContentType="application/vnd.openxmlformats-package.relationships+xml"/>
  <Override PartName="/ppt/slides/_rels/slide110.xml.rels" ContentType="application/vnd.openxmlformats-package.relationships+xml"/>
  <Override PartName="/ppt/slides/_rels/slide65.xml.rels" ContentType="application/vnd.openxmlformats-package.relationships+xml"/>
  <Override PartName="/ppt/slides/_rels/slide115.xml.rels" ContentType="application/vnd.openxmlformats-package.relationships+xml"/>
  <Override PartName="/ppt/slides/_rels/slide183.xml.rels" ContentType="application/vnd.openxmlformats-package.relationships+xml"/>
  <Override PartName="/ppt/slides/_rels/slide71.xml.rels" ContentType="application/vnd.openxmlformats-package.relationships+xml"/>
  <Override PartName="/ppt/slides/_rels/slide72.xml.rels" ContentType="application/vnd.openxmlformats-package.relationships+xml"/>
  <Override PartName="/ppt/slides/_rels/slide73.xml.rels" ContentType="application/vnd.openxmlformats-package.relationships+xml"/>
  <Override PartName="/ppt/slides/_rels/slide74.xml.rels" ContentType="application/vnd.openxmlformats-package.relationships+xml"/>
  <Override PartName="/ppt/slides/_rels/slide120.xml.rels" ContentType="application/vnd.openxmlformats-package.relationships+xml"/>
  <Override PartName="/ppt/slides/_rels/slide75.xml.rels" ContentType="application/vnd.openxmlformats-package.relationships+xml"/>
  <Override PartName="/ppt/slides/_rels/slide153.xml.rels" ContentType="application/vnd.openxmlformats-package.relationships+xml"/>
  <Override PartName="/ppt/slides/_rels/slide145.xml.rels" ContentType="application/vnd.openxmlformats-package.relationships+xml"/>
  <Override PartName="/ppt/slides/_rels/slide121.xml.rels" ContentType="application/vnd.openxmlformats-package.relationships+xml"/>
  <Override PartName="/ppt/slides/_rels/slide76.xml.rels" ContentType="application/vnd.openxmlformats-package.relationships+xml"/>
  <Override PartName="/ppt/slides/_rels/slide154.xml.rels" ContentType="application/vnd.openxmlformats-package.relationships+xml"/>
  <Override PartName="/ppt/slides/_rels/slide66.xml.rels" ContentType="application/vnd.openxmlformats-package.relationships+xml"/>
  <Override PartName="/ppt/slides/_rels/slide111.xml.rels" ContentType="application/vnd.openxmlformats-package.relationships+xml"/>
  <Override PartName="/ppt/slides/_rels/slide146.xml.rels" ContentType="application/vnd.openxmlformats-package.relationships+xml"/>
  <Override PartName="/ppt/slides/_rels/slide210.xml.rels" ContentType="application/vnd.openxmlformats-package.relationships+xml"/>
  <Override PartName="/ppt/slides/_rels/slide116.xml.rels" ContentType="application/vnd.openxmlformats-package.relationships+xml"/>
  <Override PartName="/ppt/slides/_rels/slide184.xml.rels" ContentType="application/vnd.openxmlformats-package.relationships+xml"/>
  <Override PartName="/ppt/slides/_rels/slide180.xml.rels" ContentType="application/vnd.openxmlformats-package.relationships+xml"/>
  <Override PartName="/ppt/slides/_rels/slide67.xml.rels" ContentType="application/vnd.openxmlformats-package.relationships+xml"/>
  <Override PartName="/ppt/slides/_rels/slide112.xml.rels" ContentType="application/vnd.openxmlformats-package.relationships+xml"/>
  <Override PartName="/ppt/slides/_rels/slide181.xml.rels" ContentType="application/vnd.openxmlformats-package.relationships+xml"/>
  <Override PartName="/ppt/slides/_rels/slide68.xml.rels" ContentType="application/vnd.openxmlformats-package.relationships+xml"/>
  <Override PartName="/ppt/slides/_rels/slide113.xml.rels" ContentType="application/vnd.openxmlformats-package.relationships+xml"/>
  <Override PartName="/ppt/slides/_rels/slide70.xml.rels" ContentType="application/vnd.openxmlformats-package.relationships+xml"/>
  <Override PartName="/ppt/slides/_rels/slide125.xml.rels" ContentType="application/vnd.openxmlformats-package.relationships+xml"/>
  <Override PartName="/ppt/slides/_rels/slide193.xml.rels" ContentType="application/vnd.openxmlformats-package.relationships+xml"/>
  <Override PartName="/ppt/slides/_rels/slide126.xml.rels" ContentType="application/vnd.openxmlformats-package.relationships+xml"/>
  <Override PartName="/ppt/slides/_rels/slide194.xml.rels" ContentType="application/vnd.openxmlformats-package.relationships+xml"/>
  <Override PartName="/ppt/slides/_rels/slide127.xml.rels" ContentType="application/vnd.openxmlformats-package.relationships+xml"/>
  <Override PartName="/ppt/slides/_rels/slide195.xml.rels" ContentType="application/vnd.openxmlformats-package.relationships+xml"/>
  <Override PartName="/ppt/slides/_rels/slide182.xml.rels" ContentType="application/vnd.openxmlformats-package.relationships+xml"/>
  <Override PartName="/ppt/slides/_rels/slide114.xml.rels" ContentType="application/vnd.openxmlformats-package.relationships+xml"/>
  <Override PartName="/ppt/slides/_rels/slide69.xml.rels" ContentType="application/vnd.openxmlformats-package.relationships+xml"/>
  <Override PartName="/ppt/slides/_rels/slide147.xml.rels" ContentType="application/vnd.openxmlformats-package.relationships+xml"/>
  <Override PartName="/ppt/slides/_rels/slide109.xml.rels" ContentType="application/vnd.openxmlformats-package.relationships+xml"/>
  <Override PartName="/ppt/slides/_rels/slide177.xml.rels" ContentType="application/vnd.openxmlformats-package.relationships+xml"/>
  <Override PartName="/ppt/slides/_rels/slide191.xml.rels" ContentType="application/vnd.openxmlformats-package.relationships+xml"/>
  <Override PartName="/ppt/slides/_rels/slide123.xml.rels" ContentType="application/vnd.openxmlformats-package.relationships+xml"/>
  <Override PartName="/ppt/slides/_rels/slide78.xml.rels" ContentType="application/vnd.openxmlformats-package.relationships+xml"/>
  <Override PartName="/ppt/slides/_rels/slide156.xml.rels" ContentType="application/vnd.openxmlformats-package.relationships+xml"/>
  <Override PartName="/ppt/slides/_rels/slide119.xml.rels" ContentType="application/vnd.openxmlformats-package.relationships+xml"/>
  <Override PartName="/ppt/slides/_rels/slide187.xml.rels" ContentType="application/vnd.openxmlformats-package.relationships+xml"/>
  <Override PartName="/ppt/slides/_rels/slide108.xml.rels" ContentType="application/vnd.openxmlformats-package.relationships+xml"/>
  <Override PartName="/ppt/slides/_rels/slide176.xml.rels" ContentType="application/vnd.openxmlformats-package.relationships+xml"/>
  <Override PartName="/ppt/slides/_rels/slide190.xml.rels" ContentType="application/vnd.openxmlformats-package.relationships+xml"/>
  <Override PartName="/ppt/slides/_rels/slide122.xml.rels" ContentType="application/vnd.openxmlformats-package.relationships+xml"/>
  <Override PartName="/ppt/slides/_rels/slide77.xml.rels" ContentType="application/vnd.openxmlformats-package.relationships+xml"/>
  <Override PartName="/ppt/slides/_rels/slide155.xml.rels" ContentType="application/vnd.openxmlformats-package.relationships+xml"/>
  <Override PartName="/ppt/slides/_rels/slide118.xml.rels" ContentType="application/vnd.openxmlformats-package.relationships+xml"/>
  <Override PartName="/ppt/slides/_rels/slide186.xml.rels" ContentType="application/vnd.openxmlformats-package.relationships+xml"/>
  <Override PartName="/ppt/slides/_rels/slide107.xml.rels" ContentType="application/vnd.openxmlformats-package.relationships+xml"/>
  <Override PartName="/ppt/slides/_rels/slide175.xml.rels" ContentType="application/vnd.openxmlformats-package.relationships+xml"/>
  <Override PartName="/ppt/slides/_rels/slide142.xml.rels" ContentType="application/vnd.openxmlformats-package.relationships+xml"/>
  <Override PartName="/ppt/slides/_rels/slide29.xml.rels" ContentType="application/vnd.openxmlformats-package.relationships+xml"/>
  <Override PartName="/ppt/slides/_rels/slide97.xml.rels" ContentType="application/vnd.openxmlformats-package.relationships+xml"/>
  <Override PartName="/ppt/slides/_rels/slide117.xml.rels" ContentType="application/vnd.openxmlformats-package.relationships+xml"/>
  <Override PartName="/ppt/slides/_rels/slide185.xml.rels" ContentType="application/vnd.openxmlformats-package.relationships+xml"/>
  <Override PartName="/ppt/slides/_rels/slide174.xml.rels" ContentType="application/vnd.openxmlformats-package.relationships+xml"/>
  <Override PartName="/ppt/slides/_rels/slide106.xml.rels" ContentType="application/vnd.openxmlformats-package.relationships+xml"/>
  <Override PartName="/ppt/slides/_rels/slide141.xml.rels" ContentType="application/vnd.openxmlformats-package.relationships+xml"/>
  <Override PartName="/ppt/slides/_rels/slide96.xml.rels" ContentType="application/vnd.openxmlformats-package.relationships+xml"/>
  <Override PartName="/ppt/slides/_rels/slide28.xml.rels" ContentType="application/vnd.openxmlformats-package.relationships+xml"/>
  <Override PartName="/ppt/slides/_rels/slide157.xml.rels" ContentType="application/vnd.openxmlformats-package.relationships+xml"/>
  <Override PartName="/ppt/slides/_rels/slide192.xml.rels" ContentType="application/vnd.openxmlformats-package.relationships+xml"/>
  <Override PartName="/ppt/slides/_rels/slide79.xml.rels" ContentType="application/vnd.openxmlformats-package.relationships+xml"/>
  <Override PartName="/ppt/slides/_rels/slide124.xml.rels" ContentType="application/vnd.openxmlformats-package.relationships+xml"/>
  <Override PartName="/ppt/slides/_rels/slide60.xml.rels" ContentType="application/vnd.openxmlformats-package.relationships+xml"/>
  <Override PartName="/ppt/slides/_rels/slide94.xml.rels" ContentType="application/vnd.openxmlformats-package.relationships+xml"/>
  <Override PartName="/ppt/slides/_rels/slide26.xml.rels" ContentType="application/vnd.openxmlformats-package.relationships+xml"/>
  <Override PartName="/ppt/slides/_rels/slide93.xml.rels" ContentType="application/vnd.openxmlformats-package.relationships+xml"/>
  <Override PartName="/ppt/slides/_rels/slide25.xml.rels" ContentType="application/vnd.openxmlformats-package.relationships+xml"/>
  <Override PartName="/ppt/slides/_rels/slide140.xml.rels" ContentType="application/vnd.openxmlformats-package.relationships+xml"/>
  <Override PartName="/ppt/slides/_rels/slide95.xml.rels" ContentType="application/vnd.openxmlformats-package.relationships+xml"/>
  <Override PartName="/ppt/slides/_rels/slide27.xml.rels" ContentType="application/vnd.openxmlformats-package.relationships+xml"/>
  <Override PartName="/ppt/slides/_rels/slide92.xml.rels" ContentType="application/vnd.openxmlformats-package.relationships+xml"/>
  <Override PartName="/ppt/slides/_rels/slide24.xml.rels" ContentType="application/vnd.openxmlformats-package.relationships+xml"/>
  <Override PartName="/ppt/slides/_rels/slide91.xml.rels" ContentType="application/vnd.openxmlformats-package.relationships+xml"/>
  <Override PartName="/ppt/slides/_rels/slide23.xml.rels" ContentType="application/vnd.openxmlformats-package.relationships+xml"/>
  <Override PartName="/ppt/slides/_rels/slide14.xml.rels" ContentType="application/vnd.openxmlformats-package.relationships+xml"/>
  <Override PartName="/ppt/slides/_rels/slide82.xml.rels" ContentType="application/vnd.openxmlformats-package.relationships+xml"/>
  <Override PartName="/ppt/slides/_rels/slide80.xml.rels" ContentType="application/vnd.openxmlformats-package.relationships+xml"/>
  <Override PartName="/ppt/slides/_rels/slide12.xml.rels" ContentType="application/vnd.openxmlformats-package.relationships+xml"/>
  <Override PartName="/ppt/slides/_rels/slide166.xml.rels" ContentType="application/vnd.openxmlformats-package.relationships+xml"/>
  <Override PartName="/ppt/slides/_rels/slide88.xml.rels" ContentType="application/vnd.openxmlformats-package.relationships+xml"/>
  <Override PartName="/ppt/slides/_rels/slide133.xml.rels" ContentType="application/vnd.openxmlformats-package.relationships+xml"/>
  <Override PartName="/ppt/slides/_rels/slide167.xml.rels" ContentType="application/vnd.openxmlformats-package.relationships+xml"/>
  <Override PartName="/ppt/slides/_rels/slide89.xml.rels" ContentType="application/vnd.openxmlformats-package.relationships+xml"/>
  <Override PartName="/ppt/slides/_rels/slide134.xml.rels" ContentType="application/vnd.openxmlformats-package.relationships+xml"/>
  <Override PartName="/ppt/slides/_rels/slide135.xml.rels" ContentType="application/vnd.openxmlformats-package.relationships+xml"/>
  <Override PartName="/ppt/slides/_rels/slide136.xml.rels" ContentType="application/vnd.openxmlformats-package.relationships+xml"/>
  <Override PartName="/ppt/slides/_rels/slide137.xml.rels" ContentType="application/vnd.openxmlformats-package.relationships+xml"/>
  <Override PartName="/ppt/slides/_rels/slide138.xml.rels" ContentType="application/vnd.openxmlformats-package.relationships+xml"/>
  <Override PartName="/ppt/slides/_rels/slide139.xml.rels" ContentType="application/vnd.openxmlformats-package.relationships+xml"/>
  <Override PartName="/ppt/slides/_rels/slide148.xml.rels" ContentType="application/vnd.openxmlformats-package.relationships+xml"/>
  <Override PartName="/ppt/slides/_rels/slide149.xml.rels" ContentType="application/vnd.openxmlformats-package.relationships+xml"/>
  <Override PartName="/ppt/slides/_rels/slide158.xml.rels" ContentType="application/vnd.openxmlformats-package.relationships+xml"/>
  <Override PartName="/ppt/slides/_rels/slide6.xml.rels" ContentType="application/vnd.openxmlformats-package.relationships+xml"/>
  <Override PartName="/ppt/slides/_rels/slide204.xml.rels" ContentType="application/vnd.openxmlformats-package.relationships+xml"/>
  <Override PartName="/ppt/slides/_rels/slide168.xml.rels" ContentType="application/vnd.openxmlformats-package.relationships+xml"/>
  <Override PartName="/ppt/slides/_rels/slide159.xml.rels" ContentType="application/vnd.openxmlformats-package.relationships+xml"/>
  <Override PartName="/ppt/slides/_rels/slide169.xml.rels" ContentType="application/vnd.openxmlformats-package.relationships+xml"/>
  <Override PartName="/ppt/slides/_rels/slide208.xml.rels" ContentType="application/vnd.openxmlformats-package.relationships+xml"/>
  <Override PartName="/ppt/slides/_rels/slide188.xml.rels" ContentType="application/vnd.openxmlformats-package.relationships+xml"/>
  <Override PartName="/ppt/slides/_rels/slide209.xml.rels" ContentType="application/vnd.openxmlformats-package.relationships+xml"/>
  <Override PartName="/ppt/slides/_rels/slide189.xml.rels" ContentType="application/vnd.openxmlformats-package.relationships+xml"/>
  <Override PartName="/ppt/slides/_rels/slide165.xml.rels" ContentType="application/vnd.openxmlformats-package.relationships+xml"/>
  <Override PartName="/ppt/slides/_rels/slide179.xml.rels" ContentType="application/vnd.openxmlformats-package.relationships+xml"/>
  <Override PartName="/ppt/slides/_rels/slide215.xml.rels" ContentType="application/vnd.openxmlformats-package.relationships+xml"/>
  <Override PartName="/ppt/slides/_rels/slide8.xml.rels" ContentType="application/vnd.openxmlformats-package.relationships+xml"/>
  <Override PartName="/ppt/slides/_rels/slide206.xml.rels" ContentType="application/vnd.openxmlformats-package.relationships+xml"/>
  <Override PartName="/ppt/slides/_rels/slide10.xml.rels" ContentType="application/vnd.openxmlformats-package.relationships+xml"/>
  <Override PartName="/ppt/slides/_rels/slide3.xml.rels" ContentType="application/vnd.openxmlformats-package.relationships+xml"/>
  <Override PartName="/ppt/slides/_rels/slide201.xml.rels" ContentType="application/vnd.openxmlformats-package.relationships+xml"/>
  <Override PartName="/ppt/slides/_rels/slide199.xml.rels" ContentType="application/vnd.openxmlformats-package.relationships+xml"/>
  <Override PartName="/ppt/slides/_rels/slide164.xml.rels" ContentType="application/vnd.openxmlformats-package.relationships+xml"/>
  <Override PartName="/ppt/slides/_rels/slide178.xml.rels" ContentType="application/vnd.openxmlformats-package.relationships+xml"/>
  <Override PartName="/ppt/slides/_rels/slide214.xml.rels" ContentType="application/vnd.openxmlformats-package.relationships+xml"/>
  <Override PartName="/ppt/slides/_rels/slide205.xml.rels" ContentType="application/vnd.openxmlformats-package.relationships+xml"/>
  <Override PartName="/ppt/slides/_rels/slide7.xml.rels" ContentType="application/vnd.openxmlformats-package.relationships+xml"/>
  <Override PartName="/ppt/slides/slide127.xml" ContentType="application/vnd.openxmlformats-officedocument.presentationml.slide+xml"/>
  <Override PartName="/ppt/slides/slide195.xml" ContentType="application/vnd.openxmlformats-officedocument.presentationml.slide+xml"/>
  <Override PartName="/ppt/slides/slide126.xml" ContentType="application/vnd.openxmlformats-officedocument.presentationml.slide+xml"/>
  <Override PartName="/ppt/slides/slide194.xml" ContentType="application/vnd.openxmlformats-officedocument.presentationml.slide+xml"/>
  <Override PartName="/ppt/slides/slide119.xml" ContentType="application/vnd.openxmlformats-officedocument.presentationml.slide+xml"/>
  <Override PartName="/ppt/slides/slide187.xml" ContentType="application/vnd.openxmlformats-officedocument.presentationml.slide+xml"/>
  <Override PartName="/ppt/slides/slide118.xml" ContentType="application/vnd.openxmlformats-officedocument.presentationml.slide+xml"/>
  <Override PartName="/ppt/slides/slide186.xml" ContentType="application/vnd.openxmlformats-officedocument.presentationml.slide+xml"/>
  <Override PartName="/ppt/slides/slide117.xml" ContentType="application/vnd.openxmlformats-officedocument.presentationml.slide+xml"/>
  <Override PartName="/ppt/slides/slide185.xml" ContentType="application/vnd.openxmlformats-officedocument.presentationml.slide+xml"/>
  <Override PartName="/ppt/slides/slide116.xml" ContentType="application/vnd.openxmlformats-officedocument.presentationml.slide+xml"/>
  <Override PartName="/ppt/slides/slide184.xml" ContentType="application/vnd.openxmlformats-officedocument.presentationml.slide+xml"/>
  <Override PartName="/ppt/slides/slide109.xml" ContentType="application/vnd.openxmlformats-officedocument.presentationml.slide+xml"/>
  <Override PartName="/ppt/slides/slide177.xml" ContentType="application/vnd.openxmlformats-officedocument.presentationml.slide+xml"/>
  <Override PartName="/ppt/slides/slide108.xml" ContentType="application/vnd.openxmlformats-officedocument.presentationml.slide+xml"/>
  <Override PartName="/ppt/slides/slide176.xml" ContentType="application/vnd.openxmlformats-officedocument.presentationml.slide+xml"/>
  <Override PartName="/ppt/slides/slide107.xml" ContentType="application/vnd.openxmlformats-officedocument.presentationml.slide+xml"/>
  <Override PartName="/ppt/slides/slide175.xml" ContentType="application/vnd.openxmlformats-officedocument.presentationml.slide+xml"/>
  <Override PartName="/ppt/slides/slide106.xml" ContentType="application/vnd.openxmlformats-officedocument.presentationml.slide+xml"/>
  <Override PartName="/ppt/slides/slide174.xml" ContentType="application/vnd.openxmlformats-officedocument.presentationml.slide+xml"/>
  <Override PartName="/ppt/slides/slide95.xml" ContentType="application/vnd.openxmlformats-officedocument.presentationml.slide+xml"/>
  <Override PartName="/ppt/slides/slide27.xml" ContentType="application/vnd.openxmlformats-officedocument.presentationml.slide+xml"/>
  <Override PartName="/ppt/slides/slide89.xml" ContentType="application/vnd.openxmlformats-officedocument.presentationml.slide+xml"/>
  <Override PartName="/ppt/slides/slide88.xml" ContentType="application/vnd.openxmlformats-officedocument.presentationml.slide+xml"/>
  <Override PartName="/ppt/slides/slide87.xml" ContentType="application/vnd.openxmlformats-officedocument.presentationml.slide+xml"/>
  <Override PartName="/ppt/slides/slide19.xml" ContentType="application/vnd.openxmlformats-officedocument.presentationml.slide+xml"/>
  <Override PartName="/ppt/slides/slide86.xml" ContentType="application/vnd.openxmlformats-officedocument.presentationml.slide+xml"/>
  <Override PartName="/ppt/slides/slide18.xml" ContentType="application/vnd.openxmlformats-officedocument.presentationml.slide+xml"/>
  <Override PartName="/ppt/slides/slide85.xml" ContentType="application/vnd.openxmlformats-officedocument.presentationml.slide+xml"/>
  <Override PartName="/ppt/slides/slide17.xml" ContentType="application/vnd.openxmlformats-officedocument.presentationml.slide+xml"/>
  <Override PartName="/ppt/slides/slide125.xml" ContentType="application/vnd.openxmlformats-officedocument.presentationml.slide+xml"/>
  <Override PartName="/ppt/slides/slide193.xml" ContentType="application/vnd.openxmlformats-officedocument.presentationml.slide+xml"/>
  <Override PartName="/ppt/slides/slide79.xml" ContentType="application/vnd.openxmlformats-officedocument.presentationml.slide+xml"/>
  <Override PartName="/ppt/slides/slide124.xml" ContentType="application/vnd.openxmlformats-officedocument.presentationml.slide+xml"/>
  <Override PartName="/ppt/slides/slide192.xml" ContentType="application/vnd.openxmlformats-officedocument.presentationml.slide+xml"/>
  <Override PartName="/ppt/slides/slide78.xml" ContentType="application/vnd.openxmlformats-officedocument.presentationml.slide+xml"/>
  <Override PartName="/ppt/slides/slide123.xml" ContentType="application/vnd.openxmlformats-officedocument.presentationml.slide+xml"/>
  <Override PartName="/ppt/slides/slide191.xml" ContentType="application/vnd.openxmlformats-officedocument.presentationml.slide+xml"/>
  <Override PartName="/ppt/slides/slide77.xml" ContentType="application/vnd.openxmlformats-officedocument.presentationml.slide+xml"/>
  <Override PartName="/ppt/slides/slide122.xml" ContentType="application/vnd.openxmlformats-officedocument.presentationml.slide+xml"/>
  <Override PartName="/ppt/slides/slide190.xml" ContentType="application/vnd.openxmlformats-officedocument.presentationml.slide+xml"/>
  <Override PartName="/ppt/slides/slide76.xml" ContentType="application/vnd.openxmlformats-officedocument.presentationml.slide+xml"/>
  <Override PartName="/ppt/slides/slide121.xml" ContentType="application/vnd.openxmlformats-officedocument.presentationml.slide+xml"/>
  <Override PartName="/ppt/slides/slide75.xml" ContentType="application/vnd.openxmlformats-officedocument.presentationml.slide+xml"/>
  <Override PartName="/ppt/slides/slide120.xml" ContentType="application/vnd.openxmlformats-officedocument.presentationml.slide+xml"/>
  <Override PartName="/ppt/slides/slide74.xml" ContentType="application/vnd.openxmlformats-officedocument.presentationml.slide+xml"/>
  <Override PartName="/ppt/slides/slide73.xml" ContentType="application/vnd.openxmlformats-officedocument.presentationml.slide+xml"/>
  <Override PartName="/ppt/slides/slide72.xml" ContentType="application/vnd.openxmlformats-officedocument.presentationml.slide+xml"/>
  <Override PartName="/ppt/slides/slide71.xml" ContentType="application/vnd.openxmlformats-officedocument.presentationml.slide+xml"/>
  <Override PartName="/ppt/slides/slide70.xml" ContentType="application/vnd.openxmlformats-officedocument.presentationml.slide+xml"/>
  <Override PartName="/ppt/slides/slide115.xml" ContentType="application/vnd.openxmlformats-officedocument.presentationml.slide+xml"/>
  <Override PartName="/ppt/slides/slide183.xml" ContentType="application/vnd.openxmlformats-officedocument.presentationml.slide+xml"/>
  <Override PartName="/ppt/slides/slide69.xml" ContentType="application/vnd.openxmlformats-officedocument.presentationml.slide+xml"/>
  <Override PartName="/ppt/slides/slide114.xml" ContentType="application/vnd.openxmlformats-officedocument.presentationml.slide+xml"/>
  <Override PartName="/ppt/slides/slide182.xml" ContentType="application/vnd.openxmlformats-officedocument.presentationml.slide+xml"/>
  <Override PartName="/ppt/slides/slide68.xml" ContentType="application/vnd.openxmlformats-officedocument.presentationml.slide+xml"/>
  <Override PartName="/ppt/slides/slide113.xml" ContentType="application/vnd.openxmlformats-officedocument.presentationml.slide+xml"/>
  <Override PartName="/ppt/slides/slide181.xml" ContentType="application/vnd.openxmlformats-officedocument.presentationml.slide+xml"/>
  <Override PartName="/ppt/slides/slide67.xml" ContentType="application/vnd.openxmlformats-officedocument.presentationml.slide+xml"/>
  <Override PartName="/ppt/slides/slide112.xml" ContentType="application/vnd.openxmlformats-officedocument.presentationml.slide+xml"/>
  <Override PartName="/ppt/slides/slide180.xml" ContentType="application/vnd.openxmlformats-officedocument.presentationml.slide+xml"/>
  <Override PartName="/ppt/slides/slide66.xml" ContentType="application/vnd.openxmlformats-officedocument.presentationml.slide+xml"/>
  <Override PartName="/ppt/slides/slide111.xml" ContentType="application/vnd.openxmlformats-officedocument.presentationml.slide+xml"/>
  <Override PartName="/ppt/slides/slide65.xml" ContentType="application/vnd.openxmlformats-officedocument.presentationml.slide+xml"/>
  <Override PartName="/ppt/slides/slide110.xml" ContentType="application/vnd.openxmlformats-officedocument.presentationml.slide+xml"/>
  <Override PartName="/ppt/slides/slide64.xml" ContentType="application/vnd.openxmlformats-officedocument.presentationml.slide+xml"/>
  <Override PartName="/ppt/slides/slide63.xml" ContentType="application/vnd.openxmlformats-officedocument.presentationml.slide+xml"/>
  <Override PartName="/ppt/slides/slide62.xml" ContentType="application/vnd.openxmlformats-officedocument.presentationml.slide+xml"/>
  <Override PartName="/ppt/slides/slide61.xml" ContentType="application/vnd.openxmlformats-officedocument.presentationml.slide+xml"/>
  <Override PartName="/ppt/slides/slide60.xml" ContentType="application/vnd.openxmlformats-officedocument.presentationml.slide+xml"/>
  <Override PartName="/ppt/slides/slide94.xml" ContentType="application/vnd.openxmlformats-officedocument.presentationml.slide+xml"/>
  <Override PartName="/ppt/slides/slide26.xml" ContentType="application/vnd.openxmlformats-officedocument.presentationml.slide+xml"/>
  <Override PartName="/ppt/slides/slide29.xml" ContentType="application/vnd.openxmlformats-officedocument.presentationml.slide+xml"/>
  <Override PartName="/ppt/slides/slide97.xml" ContentType="application/vnd.openxmlformats-officedocument.presentationml.slide+xml"/>
  <Override PartName="/ppt/slides/slide93.xml" ContentType="application/vnd.openxmlformats-officedocument.presentationml.slide+xml"/>
  <Override PartName="/ppt/slides/slide25.xml" ContentType="application/vnd.openxmlformats-officedocument.presentationml.slide+xml"/>
  <Override PartName="/ppt/slides/slide28.xml" ContentType="application/vnd.openxmlformats-officedocument.presentationml.slide+xml"/>
  <Override PartName="/ppt/slides/slide96.xml" ContentType="application/vnd.openxmlformats-officedocument.presentationml.slide+xml"/>
  <Override PartName="/ppt/slides/slide92.xml" ContentType="application/vnd.openxmlformats-officedocument.presentationml.slide+xml"/>
  <Override PartName="/ppt/slides/slide24.xml" ContentType="application/vnd.openxmlformats-officedocument.presentationml.slide+xml"/>
  <Override PartName="/ppt/slides/slide91.xml" ContentType="application/vnd.openxmlformats-officedocument.presentationml.slide+xml"/>
  <Override PartName="/ppt/slides/slide23.xml" ContentType="application/vnd.openxmlformats-officedocument.presentationml.slide+xml"/>
  <Override PartName="/ppt/slides/slide14.xml" ContentType="application/vnd.openxmlformats-officedocument.presentationml.slide+xml"/>
  <Override PartName="/ppt/slides/slide82.xml" ContentType="application/vnd.openxmlformats-officedocument.presentationml.slide+xml"/>
  <Override PartName="/ppt/slides/slide6.xml" ContentType="application/vnd.openxmlformats-officedocument.presentationml.slide+xml"/>
  <Override PartName="/ppt/slides/slide80.xml" ContentType="application/vnd.openxmlformats-officedocument.presentationml.slide+xml"/>
  <Override PartName="/ppt/slides/slide1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3.xml" ContentType="application/vnd.openxmlformats-officedocument.presentationml.slide+xml"/>
  <Override PartName="/ppt/slides/slide2.xml" ContentType="application/vnd.openxmlformats-officedocument.presentationml.slide+xml"/>
  <Override PartName="/ppt/slides/slide144.xml" ContentType="application/vnd.openxmlformats-officedocument.presentationml.slide+xml"/>
  <Override PartName="/ppt/slides/slide3.xml" ContentType="application/vnd.openxmlformats-officedocument.presentationml.slide+xml"/>
  <Override PartName="/ppt/slides/slide98.xml" ContentType="application/vnd.openxmlformats-officedocument.presentationml.slide+xml"/>
  <Override PartName="/ppt/slides/slide145.xml" ContentType="application/vnd.openxmlformats-officedocument.presentationml.slide+xml"/>
  <Override PartName="/ppt/slides/slide4.xml" ContentType="application/vnd.openxmlformats-officedocument.presentationml.slide+xml"/>
  <Override PartName="/ppt/slides/slide99.xml" ContentType="application/vnd.openxmlformats-officedocument.presentationml.slide+xml"/>
  <Override PartName="/ppt/slides/slide146.xml" ContentType="application/vnd.openxmlformats-officedocument.presentationml.slide+xml"/>
  <Override PartName="/ppt/slides/slide5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7.xml" ContentType="application/vnd.openxmlformats-officedocument.presentationml.slide+xml"/>
  <Override PartName="/ppt/slides/slide149.xml" ContentType="application/vnd.openxmlformats-officedocument.presentationml.slide+xml"/>
  <Override PartName="/ppt/slides/slide8.xml" ContentType="application/vnd.openxmlformats-officedocument.presentationml.slide+xml"/>
  <Override PartName="/ppt/slides/slide150.xml" ContentType="application/vnd.openxmlformats-officedocument.presentationml.slide+xml"/>
  <Override PartName="/ppt/slides/slide39.xml" ContentType="application/vnd.openxmlformats-officedocument.presentationml.slide+xml"/>
  <Override PartName="/ppt/slides/slide153.xml" ContentType="application/vnd.openxmlformats-officedocument.presentationml.slide+xml"/>
  <Override PartName="/ppt/slides/slide160.xml" ContentType="application/vnd.openxmlformats-officedocument.presentationml.slide+xml"/>
  <Override PartName="/ppt/slides/slide49.xml" ContentType="application/vnd.openxmlformats-officedocument.presentationml.slide+xml"/>
  <Override PartName="/ppt/slides/slide158.xml" ContentType="application/vnd.openxmlformats-officedocument.presentationml.slide+xml"/>
  <Override PartName="/ppt/slides/slide204.xml" ContentType="application/vnd.openxmlformats-officedocument.presentationml.slide+xml"/>
  <Override PartName="/ppt/slides/slide168.xml" ContentType="application/vnd.openxmlformats-officedocument.presentationml.slide+xml"/>
  <Override PartName="/ppt/slides/slide11.xml" ContentType="application/vnd.openxmlformats-officedocument.presentationml.slide+xml"/>
  <Override PartName="/ppt/slides/slide159.xml" ContentType="application/vnd.openxmlformats-officedocument.presentationml.slide+xml"/>
  <Override PartName="/ppt/slides/slide205.xml" ContentType="application/vnd.openxmlformats-officedocument.presentationml.slide+xml"/>
  <Override PartName="/ppt/slides/slide169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151.xml" ContentType="application/vnd.openxmlformats-officedocument.presentationml.slide+xml"/>
  <Override PartName="/ppt/slides/slide188.xml" ContentType="application/vnd.openxmlformats-officedocument.presentationml.slide+xml"/>
  <Override PartName="/ppt/slides/slide31.xml" ContentType="application/vnd.openxmlformats-officedocument.presentationml.slide+xml"/>
  <Override PartName="/ppt/slides/slide209.xml" ContentType="application/vnd.openxmlformats-officedocument.presentationml.slide+xml"/>
  <Override PartName="/ppt/slides/slide13.xml" ContentType="application/vnd.openxmlformats-officedocument.presentationml.slide+xml"/>
  <Override PartName="/ppt/slides/slide81.xml" ContentType="application/vnd.openxmlformats-officedocument.presentationml.slide+xml"/>
  <Override PartName="/ppt/slides/slide152.xml" ContentType="application/vnd.openxmlformats-officedocument.presentationml.slide+xml"/>
  <Override PartName="/ppt/slides/slide189.xml" ContentType="application/vnd.openxmlformats-officedocument.presentationml.slide+xml"/>
  <Override PartName="/ppt/slides/slide32.xml" ContentType="application/vnd.openxmlformats-officedocument.presentationml.slide+xml"/>
  <Override PartName="/ppt/slides/slide157.xml" ContentType="application/vnd.openxmlformats-officedocument.presentationml.slide+xml"/>
  <Override PartName="/ppt/slides/slide203.xml" ContentType="application/vnd.openxmlformats-officedocument.presentationml.slide+xml"/>
  <Override PartName="/ppt/slides/slide167.xml" ContentType="application/vnd.openxmlformats-officedocument.presentationml.slide+xml"/>
  <Override PartName="/ppt/slides/slide10.xml" ContentType="application/vnd.openxmlformats-officedocument.presentationml.slide+xml"/>
  <Override PartName="/ppt/slides/slide156.xml" ContentType="application/vnd.openxmlformats-officedocument.presentationml.slide+xml"/>
  <Override PartName="/ppt/slides/slide202.xml" ContentType="application/vnd.openxmlformats-officedocument.presentationml.slide+xml"/>
  <Override PartName="/ppt/slides/slide166.xml" ContentType="application/vnd.openxmlformats-officedocument.presentationml.slide+xml"/>
  <Override PartName="/ppt/slides/slide155.xml" ContentType="application/vnd.openxmlformats-officedocument.presentationml.slide+xml"/>
  <Override PartName="/ppt/slides/slide165.xml" ContentType="application/vnd.openxmlformats-officedocument.presentationml.slide+xml"/>
  <Override PartName="/ppt/slides/slide142.xml" ContentType="application/vnd.openxmlformats-officedocument.presentationml.slide+xml"/>
  <Override PartName="/ppt/slides/slide1.xml" ContentType="application/vnd.openxmlformats-officedocument.presentationml.slide+xml"/>
  <Override PartName="/ppt/slides/slide179.xml" ContentType="application/vnd.openxmlformats-officedocument.presentationml.slide+xml"/>
  <Override PartName="/ppt/slides/slide215.xml" ContentType="application/vnd.openxmlformats-officedocument.presentationml.slide+xml"/>
  <Override PartName="/ppt/slides/slide162.xml" ContentType="application/vnd.openxmlformats-officedocument.presentationml.slide+xml"/>
  <Override PartName="/ppt/slides/slide201.xml" ContentType="application/vnd.openxmlformats-officedocument.presentationml.slide+xml"/>
  <Override PartName="/ppt/slides/slide199.xml" ContentType="application/vnd.openxmlformats-officedocument.presentationml.slide+xml"/>
  <Override PartName="/ppt/slides/slide42.xml" ContentType="application/vnd.openxmlformats-officedocument.presentationml.slide+xml"/>
  <Override PartName="/ppt/slides/slide210.xml" ContentType="application/vnd.openxmlformats-officedocument.presentationml.slide+xml"/>
  <Override PartName="/ppt/slides/slide164.xml" ContentType="application/vnd.openxmlformats-officedocument.presentationml.slide+xml"/>
  <Override PartName="/ppt/slides/slide154.xml" ContentType="application/vnd.openxmlformats-officedocument.presentationml.slide+xml"/>
  <Override PartName="/ppt/slides/slide141.xml" ContentType="application/vnd.openxmlformats-officedocument.presentationml.slide+xml"/>
  <Override PartName="/ppt/slides/slide178.xml" ContentType="application/vnd.openxmlformats-officedocument.presentationml.slide+xml"/>
  <Override PartName="/ppt/slides/slide214.xml" ContentType="application/vnd.openxmlformats-officedocument.presentationml.slide+xml"/>
  <Override PartName="/ppt/slides/slide21.xml" ContentType="application/vnd.openxmlformats-officedocument.presentationml.slide+xml"/>
  <Override PartName="/ppt/slides/slide161.xml" ContentType="application/vnd.openxmlformats-officedocument.presentationml.slide+xml"/>
  <Override PartName="/ppt/slides/slide200.xml" ContentType="application/vnd.openxmlformats-officedocument.presentationml.slide+xml"/>
  <Override PartName="/ppt/slides/slide198.xml" ContentType="application/vnd.openxmlformats-officedocument.presentationml.slide+xml"/>
  <Override PartName="/ppt/slides/slide41.xml" ContentType="application/vnd.openxmlformats-officedocument.presentationml.slide+xml"/>
  <Override PartName="/ppt/slides/slide163.xml" ContentType="application/vnd.openxmlformats-officedocument.presentationml.slide+xml"/>
  <Override PartName="/ppt/slides/slide213.xml" ContentType="application/vnd.openxmlformats-officedocument.presentationml.slide+xml"/>
  <Override PartName="/ppt/slides/slide20.xml" ContentType="application/vnd.openxmlformats-officedocument.presentationml.slide+xml"/>
  <Override PartName="/ppt/slides/slide212.xml" ContentType="application/vnd.openxmlformats-officedocument.presentationml.slide+xml"/>
  <Override PartName="/ppt/slides/slide211.xml" ContentType="application/vnd.openxmlformats-officedocument.presentationml.slide+xml"/>
  <Override PartName="/ppt/slides/slide132.xml" ContentType="application/vnd.openxmlformats-officedocument.presentationml.slide+xml"/>
  <Override PartName="/ppt/slides/slide131.xml" ContentType="application/vnd.openxmlformats-officedocument.presentationml.slide+xml"/>
  <Override PartName="/ppt/slides/slide130.xml" ContentType="application/vnd.openxmlformats-officedocument.presentationml.slide+xml"/>
  <Override PartName="/ppt/slides/slide16.xml" ContentType="application/vnd.openxmlformats-officedocument.presentationml.slide+xml"/>
  <Override PartName="/ppt/slides/slide84.xml" ContentType="application/vnd.openxmlformats-officedocument.presentationml.slide+xml"/>
  <Override PartName="/ppt/slides/slide40.xml" ContentType="application/vnd.openxmlformats-officedocument.presentationml.slide+xml"/>
  <Override PartName="/ppt/slides/slide197.xml" ContentType="application/vnd.openxmlformats-officedocument.presentationml.slide+xml"/>
  <Override PartName="/ppt/slides/slide129.xml" ContentType="application/vnd.openxmlformats-officedocument.presentationml.slide+xml"/>
  <Override PartName="/ppt/slides/slide196.xml" ContentType="application/vnd.openxmlformats-officedocument.presentationml.slide+xml"/>
  <Override PartName="/ppt/slides/slide128.xml" ContentType="application/vnd.openxmlformats-officedocument.presentationml.slide+xml"/>
  <Override PartName="/ppt/slides/slide56.xml" ContentType="application/vnd.openxmlformats-officedocument.presentationml.slide+xml"/>
  <Override PartName="/ppt/slides/slide102.xml" ContentType="application/vnd.openxmlformats-officedocument.presentationml.slide+xml"/>
  <Override PartName="/ppt/slides/slide170.xml" ContentType="application/vnd.openxmlformats-officedocument.presentationml.slide+xml"/>
  <Override PartName="/ppt/slides/slide59.xml" ContentType="application/vnd.openxmlformats-officedocument.presentationml.slide+xml"/>
  <Override PartName="/ppt/slides/slide55.xml" ContentType="application/vnd.openxmlformats-officedocument.presentationml.slide+xml"/>
  <Override PartName="/ppt/slides/slide101.xml" ContentType="application/vnd.openxmlformats-officedocument.presentationml.slide+xml"/>
  <Override PartName="/ppt/slides/slide54.xml" ContentType="application/vnd.openxmlformats-officedocument.presentationml.slide+xml"/>
  <Override PartName="/ppt/slides/slide100.xml" ContentType="application/vnd.openxmlformats-officedocument.presentationml.slide+xml"/>
  <Override PartName="/ppt/slides/slide53.xml" ContentType="application/vnd.openxmlformats-officedocument.presentationml.slide+xml"/>
  <Override PartName="/ppt/slides/slide52.xml" ContentType="application/vnd.openxmlformats-officedocument.presentationml.slide+xml"/>
  <Override PartName="/ppt/slides/slide51.xml" ContentType="application/vnd.openxmlformats-officedocument.presentationml.slide+xml"/>
  <Override PartName="/ppt/slides/slide50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3.xml" ContentType="application/vnd.openxmlformats-officedocument.presentationml.slide+xml"/>
  <Override PartName="/ppt/slides/slide38.xml" ContentType="application/vnd.openxmlformats-officedocument.presentationml.slide+xml"/>
  <Override PartName="/ppt/slides/slide37.xml" ContentType="application/vnd.openxmlformats-officedocument.presentationml.slide+xml"/>
  <Override PartName="/ppt/slides/slide36.xml" ContentType="application/vnd.openxmlformats-officedocument.presentationml.slide+xml"/>
  <Override PartName="/ppt/slides/slide35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0.xml" ContentType="application/vnd.openxmlformats-officedocument.presentationml.slide+xml"/>
  <Override PartName="/ppt/slides/slide105.xml" ContentType="application/vnd.openxmlformats-officedocument.presentationml.slide+xml"/>
  <Override PartName="/ppt/slides/slide173.xml" ContentType="application/vnd.openxmlformats-officedocument.presentationml.slide+xml"/>
  <Override PartName="/ppt/slides/slide22.xml" ContentType="application/vnd.openxmlformats-officedocument.presentationml.slide+xml"/>
  <Override PartName="/ppt/slides/slide90.xml" ContentType="application/vnd.openxmlformats-officedocument.presentationml.slide+xml"/>
  <Override PartName="/ppt/slides/slide58.xml" ContentType="application/vnd.openxmlformats-officedocument.presentationml.slide+xml"/>
  <Override PartName="/ppt/slides/slide104.xml" ContentType="application/vnd.openxmlformats-officedocument.presentationml.slide+xml"/>
  <Override PartName="/ppt/slides/slide172.xml" ContentType="application/vnd.openxmlformats-officedocument.presentationml.slide+xml"/>
  <Override PartName="/ppt/slides/slide57.xml" ContentType="application/vnd.openxmlformats-officedocument.presentationml.slide+xml"/>
  <Override PartName="/ppt/slides/slide103.xml" ContentType="application/vnd.openxmlformats-officedocument.presentationml.slide+xml"/>
  <Override PartName="/ppt/slides/slide171.xml" ContentType="application/vnd.openxmlformats-officedocument.presentationml.slide+xml"/>
  <Override PartName="/ppt/slides/slide48.xml" ContentType="application/vnd.openxmlformats-officedocument.presentationml.slide+xml"/>
  <Override PartName="/ppt/slides/slide9.xml" ContentType="application/vnd.openxmlformats-officedocument.presentationml.slide+xml"/>
  <Override PartName="/ppt/slides/slide47.xml" ContentType="application/vnd.openxmlformats-officedocument.presentationml.slide+xml"/>
  <Override PartName="/ppt/slides/slide46.xml" ContentType="application/vnd.openxmlformats-officedocument.presentationml.slide+xml"/>
  <Override PartName="/ppt/slides/slide15.xml" ContentType="application/vnd.openxmlformats-officedocument.presentationml.slide+xml"/>
  <Override PartName="/ppt/slides/slide8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  <p:sldMasterId id="2147483698" r:id="rId27"/>
    <p:sldMasterId id="2147483700" r:id="rId28"/>
    <p:sldMasterId id="2147483702" r:id="rId29"/>
    <p:sldMasterId id="2147483704" r:id="rId30"/>
    <p:sldMasterId id="2147483706" r:id="rId31"/>
    <p:sldMasterId id="2147483708" r:id="rId32"/>
    <p:sldMasterId id="2147483710" r:id="rId33"/>
    <p:sldMasterId id="2147483712" r:id="rId34"/>
    <p:sldMasterId id="2147483714" r:id="rId35"/>
    <p:sldMasterId id="2147483717" r:id="rId36"/>
    <p:sldMasterId id="2147483719" r:id="rId37"/>
  </p:sldMasterIdLst>
  <p:sldIdLst>
    <p:sldId id="256" r:id="rId38"/>
    <p:sldId id="257" r:id="rId39"/>
    <p:sldId id="258" r:id="rId40"/>
    <p:sldId id="259" r:id="rId41"/>
    <p:sldId id="260" r:id="rId42"/>
    <p:sldId id="261" r:id="rId43"/>
    <p:sldId id="262" r:id="rId44"/>
    <p:sldId id="263" r:id="rId45"/>
    <p:sldId id="264" r:id="rId46"/>
    <p:sldId id="265" r:id="rId47"/>
    <p:sldId id="266" r:id="rId48"/>
    <p:sldId id="267" r:id="rId49"/>
    <p:sldId id="268" r:id="rId50"/>
    <p:sldId id="269" r:id="rId51"/>
    <p:sldId id="270" r:id="rId52"/>
    <p:sldId id="271" r:id="rId53"/>
    <p:sldId id="272" r:id="rId54"/>
    <p:sldId id="273" r:id="rId55"/>
    <p:sldId id="274" r:id="rId56"/>
    <p:sldId id="275" r:id="rId57"/>
    <p:sldId id="276" r:id="rId58"/>
    <p:sldId id="277" r:id="rId59"/>
    <p:sldId id="278" r:id="rId60"/>
    <p:sldId id="279" r:id="rId61"/>
    <p:sldId id="280" r:id="rId62"/>
    <p:sldId id="281" r:id="rId63"/>
    <p:sldId id="282" r:id="rId64"/>
    <p:sldId id="283" r:id="rId65"/>
    <p:sldId id="284" r:id="rId66"/>
    <p:sldId id="285" r:id="rId67"/>
    <p:sldId id="286" r:id="rId68"/>
    <p:sldId id="287" r:id="rId69"/>
    <p:sldId id="288" r:id="rId70"/>
    <p:sldId id="289" r:id="rId71"/>
    <p:sldId id="290" r:id="rId72"/>
    <p:sldId id="291" r:id="rId73"/>
    <p:sldId id="292" r:id="rId74"/>
    <p:sldId id="293" r:id="rId75"/>
    <p:sldId id="294" r:id="rId76"/>
    <p:sldId id="295" r:id="rId77"/>
    <p:sldId id="296" r:id="rId78"/>
    <p:sldId id="297" r:id="rId79"/>
    <p:sldId id="298" r:id="rId80"/>
    <p:sldId id="299" r:id="rId81"/>
    <p:sldId id="300" r:id="rId82"/>
    <p:sldId id="301" r:id="rId83"/>
    <p:sldId id="302" r:id="rId84"/>
    <p:sldId id="303" r:id="rId85"/>
    <p:sldId id="304" r:id="rId86"/>
    <p:sldId id="305" r:id="rId87"/>
    <p:sldId id="306" r:id="rId88"/>
    <p:sldId id="307" r:id="rId89"/>
    <p:sldId id="308" r:id="rId90"/>
    <p:sldId id="309" r:id="rId91"/>
    <p:sldId id="310" r:id="rId92"/>
    <p:sldId id="311" r:id="rId93"/>
    <p:sldId id="312" r:id="rId94"/>
    <p:sldId id="313" r:id="rId95"/>
    <p:sldId id="314" r:id="rId96"/>
    <p:sldId id="315" r:id="rId97"/>
    <p:sldId id="316" r:id="rId98"/>
    <p:sldId id="317" r:id="rId99"/>
    <p:sldId id="318" r:id="rId100"/>
    <p:sldId id="319" r:id="rId101"/>
    <p:sldId id="320" r:id="rId102"/>
    <p:sldId id="321" r:id="rId103"/>
    <p:sldId id="322" r:id="rId104"/>
    <p:sldId id="323" r:id="rId105"/>
    <p:sldId id="324" r:id="rId106"/>
    <p:sldId id="325" r:id="rId107"/>
    <p:sldId id="326" r:id="rId108"/>
    <p:sldId id="327" r:id="rId109"/>
    <p:sldId id="328" r:id="rId110"/>
    <p:sldId id="329" r:id="rId111"/>
    <p:sldId id="330" r:id="rId112"/>
    <p:sldId id="331" r:id="rId113"/>
    <p:sldId id="332" r:id="rId114"/>
    <p:sldId id="333" r:id="rId115"/>
    <p:sldId id="334" r:id="rId116"/>
    <p:sldId id="335" r:id="rId117"/>
    <p:sldId id="336" r:id="rId118"/>
    <p:sldId id="337" r:id="rId119"/>
    <p:sldId id="338" r:id="rId120"/>
    <p:sldId id="339" r:id="rId121"/>
    <p:sldId id="340" r:id="rId122"/>
    <p:sldId id="341" r:id="rId123"/>
    <p:sldId id="342" r:id="rId124"/>
    <p:sldId id="343" r:id="rId125"/>
    <p:sldId id="344" r:id="rId126"/>
    <p:sldId id="345" r:id="rId127"/>
    <p:sldId id="346" r:id="rId128"/>
    <p:sldId id="347" r:id="rId129"/>
    <p:sldId id="348" r:id="rId130"/>
    <p:sldId id="349" r:id="rId131"/>
    <p:sldId id="350" r:id="rId132"/>
    <p:sldId id="351" r:id="rId133"/>
    <p:sldId id="352" r:id="rId134"/>
    <p:sldId id="353" r:id="rId135"/>
    <p:sldId id="354" r:id="rId136"/>
    <p:sldId id="355" r:id="rId137"/>
    <p:sldId id="356" r:id="rId138"/>
    <p:sldId id="357" r:id="rId139"/>
    <p:sldId id="358" r:id="rId140"/>
    <p:sldId id="359" r:id="rId141"/>
    <p:sldId id="360" r:id="rId142"/>
    <p:sldId id="361" r:id="rId143"/>
    <p:sldId id="362" r:id="rId144"/>
    <p:sldId id="363" r:id="rId145"/>
    <p:sldId id="364" r:id="rId146"/>
    <p:sldId id="365" r:id="rId147"/>
    <p:sldId id="366" r:id="rId148"/>
    <p:sldId id="367" r:id="rId149"/>
    <p:sldId id="368" r:id="rId150"/>
    <p:sldId id="369" r:id="rId151"/>
    <p:sldId id="370" r:id="rId152"/>
    <p:sldId id="371" r:id="rId153"/>
    <p:sldId id="372" r:id="rId154"/>
    <p:sldId id="373" r:id="rId155"/>
    <p:sldId id="374" r:id="rId156"/>
    <p:sldId id="375" r:id="rId157"/>
    <p:sldId id="376" r:id="rId158"/>
    <p:sldId id="377" r:id="rId159"/>
    <p:sldId id="378" r:id="rId160"/>
    <p:sldId id="379" r:id="rId161"/>
    <p:sldId id="380" r:id="rId162"/>
    <p:sldId id="381" r:id="rId163"/>
    <p:sldId id="382" r:id="rId164"/>
    <p:sldId id="383" r:id="rId165"/>
    <p:sldId id="384" r:id="rId166"/>
    <p:sldId id="385" r:id="rId167"/>
    <p:sldId id="386" r:id="rId168"/>
    <p:sldId id="387" r:id="rId169"/>
    <p:sldId id="388" r:id="rId170"/>
    <p:sldId id="389" r:id="rId171"/>
    <p:sldId id="390" r:id="rId172"/>
    <p:sldId id="391" r:id="rId173"/>
    <p:sldId id="392" r:id="rId174"/>
    <p:sldId id="393" r:id="rId175"/>
    <p:sldId id="394" r:id="rId176"/>
    <p:sldId id="395" r:id="rId177"/>
    <p:sldId id="396" r:id="rId178"/>
    <p:sldId id="397" r:id="rId179"/>
    <p:sldId id="398" r:id="rId180"/>
    <p:sldId id="399" r:id="rId181"/>
    <p:sldId id="400" r:id="rId182"/>
    <p:sldId id="401" r:id="rId183"/>
    <p:sldId id="402" r:id="rId184"/>
    <p:sldId id="403" r:id="rId185"/>
    <p:sldId id="404" r:id="rId186"/>
    <p:sldId id="405" r:id="rId187"/>
    <p:sldId id="406" r:id="rId188"/>
    <p:sldId id="407" r:id="rId189"/>
    <p:sldId id="408" r:id="rId190"/>
    <p:sldId id="409" r:id="rId191"/>
    <p:sldId id="410" r:id="rId192"/>
    <p:sldId id="411" r:id="rId193"/>
    <p:sldId id="412" r:id="rId194"/>
    <p:sldId id="413" r:id="rId195"/>
    <p:sldId id="414" r:id="rId196"/>
    <p:sldId id="415" r:id="rId197"/>
    <p:sldId id="416" r:id="rId198"/>
    <p:sldId id="417" r:id="rId199"/>
    <p:sldId id="418" r:id="rId200"/>
    <p:sldId id="419" r:id="rId201"/>
    <p:sldId id="420" r:id="rId202"/>
    <p:sldId id="421" r:id="rId203"/>
    <p:sldId id="422" r:id="rId204"/>
    <p:sldId id="423" r:id="rId205"/>
    <p:sldId id="424" r:id="rId206"/>
    <p:sldId id="425" r:id="rId207"/>
    <p:sldId id="426" r:id="rId208"/>
    <p:sldId id="427" r:id="rId209"/>
    <p:sldId id="428" r:id="rId210"/>
    <p:sldId id="429" r:id="rId211"/>
    <p:sldId id="430" r:id="rId212"/>
    <p:sldId id="431" r:id="rId213"/>
    <p:sldId id="432" r:id="rId214"/>
    <p:sldId id="433" r:id="rId215"/>
    <p:sldId id="434" r:id="rId216"/>
    <p:sldId id="435" r:id="rId217"/>
    <p:sldId id="436" r:id="rId218"/>
    <p:sldId id="437" r:id="rId219"/>
    <p:sldId id="438" r:id="rId220"/>
    <p:sldId id="439" r:id="rId221"/>
    <p:sldId id="440" r:id="rId222"/>
    <p:sldId id="441" r:id="rId223"/>
    <p:sldId id="442" r:id="rId224"/>
    <p:sldId id="443" r:id="rId225"/>
    <p:sldId id="444" r:id="rId226"/>
    <p:sldId id="445" r:id="rId227"/>
    <p:sldId id="446" r:id="rId228"/>
    <p:sldId id="447" r:id="rId229"/>
    <p:sldId id="448" r:id="rId230"/>
    <p:sldId id="449" r:id="rId231"/>
    <p:sldId id="450" r:id="rId232"/>
    <p:sldId id="451" r:id="rId233"/>
    <p:sldId id="452" r:id="rId234"/>
    <p:sldId id="453" r:id="rId235"/>
    <p:sldId id="454" r:id="rId236"/>
    <p:sldId id="455" r:id="rId237"/>
    <p:sldId id="456" r:id="rId238"/>
    <p:sldId id="457" r:id="rId239"/>
    <p:sldId id="458" r:id="rId240"/>
    <p:sldId id="459" r:id="rId241"/>
    <p:sldId id="460" r:id="rId242"/>
    <p:sldId id="461" r:id="rId243"/>
    <p:sldId id="462" r:id="rId244"/>
    <p:sldId id="463" r:id="rId245"/>
    <p:sldId id="464" r:id="rId246"/>
    <p:sldId id="465" r:id="rId247"/>
    <p:sldId id="466" r:id="rId248"/>
    <p:sldId id="467" r:id="rId249"/>
    <p:sldId id="468" r:id="rId250"/>
    <p:sldId id="469" r:id="rId251"/>
    <p:sldId id="470" r:id="rId252"/>
  </p:sldIdLst>
  <p:sldSz cx="10693400" cy="75565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slideMaster" Target="slideMasters/slideMaster35.xml"/><Relationship Id="rId37" Type="http://schemas.openxmlformats.org/officeDocument/2006/relationships/slideMaster" Target="slideMasters/slideMaster36.xml"/><Relationship Id="rId38" Type="http://schemas.openxmlformats.org/officeDocument/2006/relationships/slide" Target="slides/slide1.xml"/><Relationship Id="rId39" Type="http://schemas.openxmlformats.org/officeDocument/2006/relationships/slide" Target="slides/slide2.xml"/><Relationship Id="rId40" Type="http://schemas.openxmlformats.org/officeDocument/2006/relationships/slide" Target="slides/slide3.xml"/><Relationship Id="rId41" Type="http://schemas.openxmlformats.org/officeDocument/2006/relationships/slide" Target="slides/slide4.xml"/><Relationship Id="rId42" Type="http://schemas.openxmlformats.org/officeDocument/2006/relationships/slide" Target="slides/slide5.xml"/><Relationship Id="rId43" Type="http://schemas.openxmlformats.org/officeDocument/2006/relationships/slide" Target="slides/slide6.xml"/><Relationship Id="rId44" Type="http://schemas.openxmlformats.org/officeDocument/2006/relationships/slide" Target="slides/slide7.xml"/><Relationship Id="rId45" Type="http://schemas.openxmlformats.org/officeDocument/2006/relationships/slide" Target="slides/slide8.xml"/><Relationship Id="rId46" Type="http://schemas.openxmlformats.org/officeDocument/2006/relationships/slide" Target="slides/slide9.xml"/><Relationship Id="rId47" Type="http://schemas.openxmlformats.org/officeDocument/2006/relationships/slide" Target="slides/slide10.xml"/><Relationship Id="rId48" Type="http://schemas.openxmlformats.org/officeDocument/2006/relationships/slide" Target="slides/slide11.xml"/><Relationship Id="rId49" Type="http://schemas.openxmlformats.org/officeDocument/2006/relationships/slide" Target="slides/slide12.xml"/><Relationship Id="rId50" Type="http://schemas.openxmlformats.org/officeDocument/2006/relationships/slide" Target="slides/slide13.xml"/><Relationship Id="rId51" Type="http://schemas.openxmlformats.org/officeDocument/2006/relationships/slide" Target="slides/slide14.xml"/><Relationship Id="rId52" Type="http://schemas.openxmlformats.org/officeDocument/2006/relationships/slide" Target="slides/slide15.xml"/><Relationship Id="rId53" Type="http://schemas.openxmlformats.org/officeDocument/2006/relationships/slide" Target="slides/slide16.xml"/><Relationship Id="rId54" Type="http://schemas.openxmlformats.org/officeDocument/2006/relationships/slide" Target="slides/slide17.xml"/><Relationship Id="rId55" Type="http://schemas.openxmlformats.org/officeDocument/2006/relationships/slide" Target="slides/slide18.xml"/><Relationship Id="rId56" Type="http://schemas.openxmlformats.org/officeDocument/2006/relationships/slide" Target="slides/slide19.xml"/><Relationship Id="rId57" Type="http://schemas.openxmlformats.org/officeDocument/2006/relationships/slide" Target="slides/slide20.xml"/><Relationship Id="rId58" Type="http://schemas.openxmlformats.org/officeDocument/2006/relationships/slide" Target="slides/slide21.xml"/><Relationship Id="rId59" Type="http://schemas.openxmlformats.org/officeDocument/2006/relationships/slide" Target="slides/slide22.xml"/><Relationship Id="rId60" Type="http://schemas.openxmlformats.org/officeDocument/2006/relationships/slide" Target="slides/slide23.xml"/><Relationship Id="rId61" Type="http://schemas.openxmlformats.org/officeDocument/2006/relationships/slide" Target="slides/slide24.xml"/><Relationship Id="rId62" Type="http://schemas.openxmlformats.org/officeDocument/2006/relationships/slide" Target="slides/slide25.xml"/><Relationship Id="rId63" Type="http://schemas.openxmlformats.org/officeDocument/2006/relationships/slide" Target="slides/slide26.xml"/><Relationship Id="rId64" Type="http://schemas.openxmlformats.org/officeDocument/2006/relationships/slide" Target="slides/slide27.xml"/><Relationship Id="rId65" Type="http://schemas.openxmlformats.org/officeDocument/2006/relationships/slide" Target="slides/slide28.xml"/><Relationship Id="rId66" Type="http://schemas.openxmlformats.org/officeDocument/2006/relationships/slide" Target="slides/slide29.xml"/><Relationship Id="rId67" Type="http://schemas.openxmlformats.org/officeDocument/2006/relationships/slide" Target="slides/slide30.xml"/><Relationship Id="rId68" Type="http://schemas.openxmlformats.org/officeDocument/2006/relationships/slide" Target="slides/slide31.xml"/><Relationship Id="rId69" Type="http://schemas.openxmlformats.org/officeDocument/2006/relationships/slide" Target="slides/slide32.xml"/><Relationship Id="rId70" Type="http://schemas.openxmlformats.org/officeDocument/2006/relationships/slide" Target="slides/slide33.xml"/><Relationship Id="rId71" Type="http://schemas.openxmlformats.org/officeDocument/2006/relationships/slide" Target="slides/slide34.xml"/><Relationship Id="rId72" Type="http://schemas.openxmlformats.org/officeDocument/2006/relationships/slide" Target="slides/slide35.xml"/><Relationship Id="rId73" Type="http://schemas.openxmlformats.org/officeDocument/2006/relationships/slide" Target="slides/slide36.xml"/><Relationship Id="rId74" Type="http://schemas.openxmlformats.org/officeDocument/2006/relationships/slide" Target="slides/slide37.xml"/><Relationship Id="rId75" Type="http://schemas.openxmlformats.org/officeDocument/2006/relationships/slide" Target="slides/slide38.xml"/><Relationship Id="rId76" Type="http://schemas.openxmlformats.org/officeDocument/2006/relationships/slide" Target="slides/slide39.xml"/><Relationship Id="rId77" Type="http://schemas.openxmlformats.org/officeDocument/2006/relationships/slide" Target="slides/slide40.xml"/><Relationship Id="rId78" Type="http://schemas.openxmlformats.org/officeDocument/2006/relationships/slide" Target="slides/slide41.xml"/><Relationship Id="rId79" Type="http://schemas.openxmlformats.org/officeDocument/2006/relationships/slide" Target="slides/slide42.xml"/><Relationship Id="rId80" Type="http://schemas.openxmlformats.org/officeDocument/2006/relationships/slide" Target="slides/slide43.xml"/><Relationship Id="rId81" Type="http://schemas.openxmlformats.org/officeDocument/2006/relationships/slide" Target="slides/slide44.xml"/><Relationship Id="rId82" Type="http://schemas.openxmlformats.org/officeDocument/2006/relationships/slide" Target="slides/slide45.xml"/><Relationship Id="rId83" Type="http://schemas.openxmlformats.org/officeDocument/2006/relationships/slide" Target="slides/slide46.xml"/><Relationship Id="rId84" Type="http://schemas.openxmlformats.org/officeDocument/2006/relationships/slide" Target="slides/slide47.xml"/><Relationship Id="rId85" Type="http://schemas.openxmlformats.org/officeDocument/2006/relationships/slide" Target="slides/slide48.xml"/><Relationship Id="rId86" Type="http://schemas.openxmlformats.org/officeDocument/2006/relationships/slide" Target="slides/slide49.xml"/><Relationship Id="rId87" Type="http://schemas.openxmlformats.org/officeDocument/2006/relationships/slide" Target="slides/slide50.xml"/><Relationship Id="rId88" Type="http://schemas.openxmlformats.org/officeDocument/2006/relationships/slide" Target="slides/slide51.xml"/><Relationship Id="rId89" Type="http://schemas.openxmlformats.org/officeDocument/2006/relationships/slide" Target="slides/slide52.xml"/><Relationship Id="rId90" Type="http://schemas.openxmlformats.org/officeDocument/2006/relationships/slide" Target="slides/slide53.xml"/><Relationship Id="rId91" Type="http://schemas.openxmlformats.org/officeDocument/2006/relationships/slide" Target="slides/slide54.xml"/><Relationship Id="rId92" Type="http://schemas.openxmlformats.org/officeDocument/2006/relationships/slide" Target="slides/slide55.xml"/><Relationship Id="rId93" Type="http://schemas.openxmlformats.org/officeDocument/2006/relationships/slide" Target="slides/slide56.xml"/><Relationship Id="rId94" Type="http://schemas.openxmlformats.org/officeDocument/2006/relationships/slide" Target="slides/slide57.xml"/><Relationship Id="rId95" Type="http://schemas.openxmlformats.org/officeDocument/2006/relationships/slide" Target="slides/slide58.xml"/><Relationship Id="rId96" Type="http://schemas.openxmlformats.org/officeDocument/2006/relationships/slide" Target="slides/slide59.xml"/><Relationship Id="rId97" Type="http://schemas.openxmlformats.org/officeDocument/2006/relationships/slide" Target="slides/slide60.xml"/><Relationship Id="rId98" Type="http://schemas.openxmlformats.org/officeDocument/2006/relationships/slide" Target="slides/slide61.xml"/><Relationship Id="rId99" Type="http://schemas.openxmlformats.org/officeDocument/2006/relationships/slide" Target="slides/slide62.xml"/><Relationship Id="rId100" Type="http://schemas.openxmlformats.org/officeDocument/2006/relationships/slide" Target="slides/slide63.xml"/><Relationship Id="rId101" Type="http://schemas.openxmlformats.org/officeDocument/2006/relationships/slide" Target="slides/slide64.xml"/><Relationship Id="rId102" Type="http://schemas.openxmlformats.org/officeDocument/2006/relationships/slide" Target="slides/slide65.xml"/><Relationship Id="rId103" Type="http://schemas.openxmlformats.org/officeDocument/2006/relationships/slide" Target="slides/slide66.xml"/><Relationship Id="rId104" Type="http://schemas.openxmlformats.org/officeDocument/2006/relationships/slide" Target="slides/slide67.xml"/><Relationship Id="rId105" Type="http://schemas.openxmlformats.org/officeDocument/2006/relationships/slide" Target="slides/slide68.xml"/><Relationship Id="rId106" Type="http://schemas.openxmlformats.org/officeDocument/2006/relationships/slide" Target="slides/slide69.xml"/><Relationship Id="rId107" Type="http://schemas.openxmlformats.org/officeDocument/2006/relationships/slide" Target="slides/slide70.xml"/><Relationship Id="rId108" Type="http://schemas.openxmlformats.org/officeDocument/2006/relationships/slide" Target="slides/slide71.xml"/><Relationship Id="rId109" Type="http://schemas.openxmlformats.org/officeDocument/2006/relationships/slide" Target="slides/slide72.xml"/><Relationship Id="rId110" Type="http://schemas.openxmlformats.org/officeDocument/2006/relationships/slide" Target="slides/slide73.xml"/><Relationship Id="rId111" Type="http://schemas.openxmlformats.org/officeDocument/2006/relationships/slide" Target="slides/slide74.xml"/><Relationship Id="rId112" Type="http://schemas.openxmlformats.org/officeDocument/2006/relationships/slide" Target="slides/slide75.xml"/><Relationship Id="rId113" Type="http://schemas.openxmlformats.org/officeDocument/2006/relationships/slide" Target="slides/slide76.xml"/><Relationship Id="rId114" Type="http://schemas.openxmlformats.org/officeDocument/2006/relationships/slide" Target="slides/slide77.xml"/><Relationship Id="rId115" Type="http://schemas.openxmlformats.org/officeDocument/2006/relationships/slide" Target="slides/slide78.xml"/><Relationship Id="rId116" Type="http://schemas.openxmlformats.org/officeDocument/2006/relationships/slide" Target="slides/slide79.xml"/><Relationship Id="rId117" Type="http://schemas.openxmlformats.org/officeDocument/2006/relationships/slide" Target="slides/slide80.xml"/><Relationship Id="rId118" Type="http://schemas.openxmlformats.org/officeDocument/2006/relationships/slide" Target="slides/slide81.xml"/><Relationship Id="rId119" Type="http://schemas.openxmlformats.org/officeDocument/2006/relationships/slide" Target="slides/slide82.xml"/><Relationship Id="rId120" Type="http://schemas.openxmlformats.org/officeDocument/2006/relationships/slide" Target="slides/slide83.xml"/><Relationship Id="rId121" Type="http://schemas.openxmlformats.org/officeDocument/2006/relationships/slide" Target="slides/slide84.xml"/><Relationship Id="rId122" Type="http://schemas.openxmlformats.org/officeDocument/2006/relationships/slide" Target="slides/slide85.xml"/><Relationship Id="rId123" Type="http://schemas.openxmlformats.org/officeDocument/2006/relationships/slide" Target="slides/slide86.xml"/><Relationship Id="rId124" Type="http://schemas.openxmlformats.org/officeDocument/2006/relationships/slide" Target="slides/slide87.xml"/><Relationship Id="rId125" Type="http://schemas.openxmlformats.org/officeDocument/2006/relationships/slide" Target="slides/slide88.xml"/><Relationship Id="rId126" Type="http://schemas.openxmlformats.org/officeDocument/2006/relationships/slide" Target="slides/slide89.xml"/><Relationship Id="rId127" Type="http://schemas.openxmlformats.org/officeDocument/2006/relationships/slide" Target="slides/slide90.xml"/><Relationship Id="rId128" Type="http://schemas.openxmlformats.org/officeDocument/2006/relationships/slide" Target="slides/slide91.xml"/><Relationship Id="rId129" Type="http://schemas.openxmlformats.org/officeDocument/2006/relationships/slide" Target="slides/slide92.xml"/><Relationship Id="rId130" Type="http://schemas.openxmlformats.org/officeDocument/2006/relationships/slide" Target="slides/slide93.xml"/><Relationship Id="rId131" Type="http://schemas.openxmlformats.org/officeDocument/2006/relationships/slide" Target="slides/slide94.xml"/><Relationship Id="rId132" Type="http://schemas.openxmlformats.org/officeDocument/2006/relationships/slide" Target="slides/slide95.xml"/><Relationship Id="rId133" Type="http://schemas.openxmlformats.org/officeDocument/2006/relationships/slide" Target="slides/slide96.xml"/><Relationship Id="rId134" Type="http://schemas.openxmlformats.org/officeDocument/2006/relationships/slide" Target="slides/slide97.xml"/><Relationship Id="rId135" Type="http://schemas.openxmlformats.org/officeDocument/2006/relationships/slide" Target="slides/slide98.xml"/><Relationship Id="rId136" Type="http://schemas.openxmlformats.org/officeDocument/2006/relationships/slide" Target="slides/slide99.xml"/><Relationship Id="rId137" Type="http://schemas.openxmlformats.org/officeDocument/2006/relationships/slide" Target="slides/slide100.xml"/><Relationship Id="rId138" Type="http://schemas.openxmlformats.org/officeDocument/2006/relationships/slide" Target="slides/slide101.xml"/><Relationship Id="rId139" Type="http://schemas.openxmlformats.org/officeDocument/2006/relationships/slide" Target="slides/slide102.xml"/><Relationship Id="rId140" Type="http://schemas.openxmlformats.org/officeDocument/2006/relationships/slide" Target="slides/slide103.xml"/><Relationship Id="rId141" Type="http://schemas.openxmlformats.org/officeDocument/2006/relationships/slide" Target="slides/slide104.xml"/><Relationship Id="rId142" Type="http://schemas.openxmlformats.org/officeDocument/2006/relationships/slide" Target="slides/slide105.xml"/><Relationship Id="rId143" Type="http://schemas.openxmlformats.org/officeDocument/2006/relationships/slide" Target="slides/slide106.xml"/><Relationship Id="rId144" Type="http://schemas.openxmlformats.org/officeDocument/2006/relationships/slide" Target="slides/slide107.xml"/><Relationship Id="rId145" Type="http://schemas.openxmlformats.org/officeDocument/2006/relationships/slide" Target="slides/slide108.xml"/><Relationship Id="rId146" Type="http://schemas.openxmlformats.org/officeDocument/2006/relationships/slide" Target="slides/slide109.xml"/><Relationship Id="rId147" Type="http://schemas.openxmlformats.org/officeDocument/2006/relationships/slide" Target="slides/slide110.xml"/><Relationship Id="rId148" Type="http://schemas.openxmlformats.org/officeDocument/2006/relationships/slide" Target="slides/slide111.xml"/><Relationship Id="rId149" Type="http://schemas.openxmlformats.org/officeDocument/2006/relationships/slide" Target="slides/slide112.xml"/><Relationship Id="rId150" Type="http://schemas.openxmlformats.org/officeDocument/2006/relationships/slide" Target="slides/slide113.xml"/><Relationship Id="rId151" Type="http://schemas.openxmlformats.org/officeDocument/2006/relationships/slide" Target="slides/slide114.xml"/><Relationship Id="rId152" Type="http://schemas.openxmlformats.org/officeDocument/2006/relationships/slide" Target="slides/slide115.xml"/><Relationship Id="rId153" Type="http://schemas.openxmlformats.org/officeDocument/2006/relationships/slide" Target="slides/slide116.xml"/><Relationship Id="rId154" Type="http://schemas.openxmlformats.org/officeDocument/2006/relationships/slide" Target="slides/slide117.xml"/><Relationship Id="rId155" Type="http://schemas.openxmlformats.org/officeDocument/2006/relationships/slide" Target="slides/slide118.xml"/><Relationship Id="rId156" Type="http://schemas.openxmlformats.org/officeDocument/2006/relationships/slide" Target="slides/slide119.xml"/><Relationship Id="rId157" Type="http://schemas.openxmlformats.org/officeDocument/2006/relationships/slide" Target="slides/slide120.xml"/><Relationship Id="rId158" Type="http://schemas.openxmlformats.org/officeDocument/2006/relationships/slide" Target="slides/slide121.xml"/><Relationship Id="rId159" Type="http://schemas.openxmlformats.org/officeDocument/2006/relationships/slide" Target="slides/slide122.xml"/><Relationship Id="rId160" Type="http://schemas.openxmlformats.org/officeDocument/2006/relationships/slide" Target="slides/slide123.xml"/><Relationship Id="rId161" Type="http://schemas.openxmlformats.org/officeDocument/2006/relationships/slide" Target="slides/slide124.xml"/><Relationship Id="rId162" Type="http://schemas.openxmlformats.org/officeDocument/2006/relationships/slide" Target="slides/slide125.xml"/><Relationship Id="rId163" Type="http://schemas.openxmlformats.org/officeDocument/2006/relationships/slide" Target="slides/slide126.xml"/><Relationship Id="rId164" Type="http://schemas.openxmlformats.org/officeDocument/2006/relationships/slide" Target="slides/slide127.xml"/><Relationship Id="rId165" Type="http://schemas.openxmlformats.org/officeDocument/2006/relationships/slide" Target="slides/slide128.xml"/><Relationship Id="rId166" Type="http://schemas.openxmlformats.org/officeDocument/2006/relationships/slide" Target="slides/slide129.xml"/><Relationship Id="rId167" Type="http://schemas.openxmlformats.org/officeDocument/2006/relationships/slide" Target="slides/slide130.xml"/><Relationship Id="rId168" Type="http://schemas.openxmlformats.org/officeDocument/2006/relationships/slide" Target="slides/slide131.xml"/><Relationship Id="rId169" Type="http://schemas.openxmlformats.org/officeDocument/2006/relationships/slide" Target="slides/slide132.xml"/><Relationship Id="rId170" Type="http://schemas.openxmlformats.org/officeDocument/2006/relationships/slide" Target="slides/slide133.xml"/><Relationship Id="rId171" Type="http://schemas.openxmlformats.org/officeDocument/2006/relationships/slide" Target="slides/slide134.xml"/><Relationship Id="rId172" Type="http://schemas.openxmlformats.org/officeDocument/2006/relationships/slide" Target="slides/slide135.xml"/><Relationship Id="rId173" Type="http://schemas.openxmlformats.org/officeDocument/2006/relationships/slide" Target="slides/slide136.xml"/><Relationship Id="rId174" Type="http://schemas.openxmlformats.org/officeDocument/2006/relationships/slide" Target="slides/slide137.xml"/><Relationship Id="rId175" Type="http://schemas.openxmlformats.org/officeDocument/2006/relationships/slide" Target="slides/slide138.xml"/><Relationship Id="rId176" Type="http://schemas.openxmlformats.org/officeDocument/2006/relationships/slide" Target="slides/slide139.xml"/><Relationship Id="rId177" Type="http://schemas.openxmlformats.org/officeDocument/2006/relationships/slide" Target="slides/slide140.xml"/><Relationship Id="rId178" Type="http://schemas.openxmlformats.org/officeDocument/2006/relationships/slide" Target="slides/slide141.xml"/><Relationship Id="rId179" Type="http://schemas.openxmlformats.org/officeDocument/2006/relationships/slide" Target="slides/slide142.xml"/><Relationship Id="rId180" Type="http://schemas.openxmlformats.org/officeDocument/2006/relationships/slide" Target="slides/slide143.xml"/><Relationship Id="rId181" Type="http://schemas.openxmlformats.org/officeDocument/2006/relationships/slide" Target="slides/slide144.xml"/><Relationship Id="rId182" Type="http://schemas.openxmlformats.org/officeDocument/2006/relationships/slide" Target="slides/slide145.xml"/><Relationship Id="rId183" Type="http://schemas.openxmlformats.org/officeDocument/2006/relationships/slide" Target="slides/slide146.xml"/><Relationship Id="rId184" Type="http://schemas.openxmlformats.org/officeDocument/2006/relationships/slide" Target="slides/slide147.xml"/><Relationship Id="rId185" Type="http://schemas.openxmlformats.org/officeDocument/2006/relationships/slide" Target="slides/slide148.xml"/><Relationship Id="rId186" Type="http://schemas.openxmlformats.org/officeDocument/2006/relationships/slide" Target="slides/slide149.xml"/><Relationship Id="rId187" Type="http://schemas.openxmlformats.org/officeDocument/2006/relationships/slide" Target="slides/slide150.xml"/><Relationship Id="rId188" Type="http://schemas.openxmlformats.org/officeDocument/2006/relationships/slide" Target="slides/slide151.xml"/><Relationship Id="rId189" Type="http://schemas.openxmlformats.org/officeDocument/2006/relationships/slide" Target="slides/slide152.xml"/><Relationship Id="rId190" Type="http://schemas.openxmlformats.org/officeDocument/2006/relationships/slide" Target="slides/slide153.xml"/><Relationship Id="rId191" Type="http://schemas.openxmlformats.org/officeDocument/2006/relationships/slide" Target="slides/slide154.xml"/><Relationship Id="rId192" Type="http://schemas.openxmlformats.org/officeDocument/2006/relationships/slide" Target="slides/slide155.xml"/><Relationship Id="rId193" Type="http://schemas.openxmlformats.org/officeDocument/2006/relationships/slide" Target="slides/slide156.xml"/><Relationship Id="rId194" Type="http://schemas.openxmlformats.org/officeDocument/2006/relationships/slide" Target="slides/slide157.xml"/><Relationship Id="rId195" Type="http://schemas.openxmlformats.org/officeDocument/2006/relationships/slide" Target="slides/slide158.xml"/><Relationship Id="rId196" Type="http://schemas.openxmlformats.org/officeDocument/2006/relationships/slide" Target="slides/slide159.xml"/><Relationship Id="rId197" Type="http://schemas.openxmlformats.org/officeDocument/2006/relationships/slide" Target="slides/slide160.xml"/><Relationship Id="rId198" Type="http://schemas.openxmlformats.org/officeDocument/2006/relationships/slide" Target="slides/slide161.xml"/><Relationship Id="rId199" Type="http://schemas.openxmlformats.org/officeDocument/2006/relationships/slide" Target="slides/slide162.xml"/><Relationship Id="rId200" Type="http://schemas.openxmlformats.org/officeDocument/2006/relationships/slide" Target="slides/slide163.xml"/><Relationship Id="rId201" Type="http://schemas.openxmlformats.org/officeDocument/2006/relationships/slide" Target="slides/slide164.xml"/><Relationship Id="rId202" Type="http://schemas.openxmlformats.org/officeDocument/2006/relationships/slide" Target="slides/slide165.xml"/><Relationship Id="rId203" Type="http://schemas.openxmlformats.org/officeDocument/2006/relationships/slide" Target="slides/slide166.xml"/><Relationship Id="rId204" Type="http://schemas.openxmlformats.org/officeDocument/2006/relationships/slide" Target="slides/slide167.xml"/><Relationship Id="rId205" Type="http://schemas.openxmlformats.org/officeDocument/2006/relationships/slide" Target="slides/slide168.xml"/><Relationship Id="rId206" Type="http://schemas.openxmlformats.org/officeDocument/2006/relationships/slide" Target="slides/slide169.xml"/><Relationship Id="rId207" Type="http://schemas.openxmlformats.org/officeDocument/2006/relationships/slide" Target="slides/slide170.xml"/><Relationship Id="rId208" Type="http://schemas.openxmlformats.org/officeDocument/2006/relationships/slide" Target="slides/slide171.xml"/><Relationship Id="rId209" Type="http://schemas.openxmlformats.org/officeDocument/2006/relationships/slide" Target="slides/slide172.xml"/><Relationship Id="rId210" Type="http://schemas.openxmlformats.org/officeDocument/2006/relationships/slide" Target="slides/slide173.xml"/><Relationship Id="rId211" Type="http://schemas.openxmlformats.org/officeDocument/2006/relationships/slide" Target="slides/slide174.xml"/><Relationship Id="rId212" Type="http://schemas.openxmlformats.org/officeDocument/2006/relationships/slide" Target="slides/slide175.xml"/><Relationship Id="rId213" Type="http://schemas.openxmlformats.org/officeDocument/2006/relationships/slide" Target="slides/slide176.xml"/><Relationship Id="rId214" Type="http://schemas.openxmlformats.org/officeDocument/2006/relationships/slide" Target="slides/slide177.xml"/><Relationship Id="rId215" Type="http://schemas.openxmlformats.org/officeDocument/2006/relationships/slide" Target="slides/slide178.xml"/><Relationship Id="rId216" Type="http://schemas.openxmlformats.org/officeDocument/2006/relationships/slide" Target="slides/slide179.xml"/><Relationship Id="rId217" Type="http://schemas.openxmlformats.org/officeDocument/2006/relationships/slide" Target="slides/slide180.xml"/><Relationship Id="rId218" Type="http://schemas.openxmlformats.org/officeDocument/2006/relationships/slide" Target="slides/slide181.xml"/><Relationship Id="rId219" Type="http://schemas.openxmlformats.org/officeDocument/2006/relationships/slide" Target="slides/slide182.xml"/><Relationship Id="rId220" Type="http://schemas.openxmlformats.org/officeDocument/2006/relationships/slide" Target="slides/slide183.xml"/><Relationship Id="rId221" Type="http://schemas.openxmlformats.org/officeDocument/2006/relationships/slide" Target="slides/slide184.xml"/><Relationship Id="rId222" Type="http://schemas.openxmlformats.org/officeDocument/2006/relationships/slide" Target="slides/slide185.xml"/><Relationship Id="rId223" Type="http://schemas.openxmlformats.org/officeDocument/2006/relationships/slide" Target="slides/slide186.xml"/><Relationship Id="rId224" Type="http://schemas.openxmlformats.org/officeDocument/2006/relationships/slide" Target="slides/slide187.xml"/><Relationship Id="rId225" Type="http://schemas.openxmlformats.org/officeDocument/2006/relationships/slide" Target="slides/slide188.xml"/><Relationship Id="rId226" Type="http://schemas.openxmlformats.org/officeDocument/2006/relationships/slide" Target="slides/slide189.xml"/><Relationship Id="rId227" Type="http://schemas.openxmlformats.org/officeDocument/2006/relationships/slide" Target="slides/slide190.xml"/><Relationship Id="rId228" Type="http://schemas.openxmlformats.org/officeDocument/2006/relationships/slide" Target="slides/slide191.xml"/><Relationship Id="rId229" Type="http://schemas.openxmlformats.org/officeDocument/2006/relationships/slide" Target="slides/slide192.xml"/><Relationship Id="rId230" Type="http://schemas.openxmlformats.org/officeDocument/2006/relationships/slide" Target="slides/slide193.xml"/><Relationship Id="rId231" Type="http://schemas.openxmlformats.org/officeDocument/2006/relationships/slide" Target="slides/slide194.xml"/><Relationship Id="rId232" Type="http://schemas.openxmlformats.org/officeDocument/2006/relationships/slide" Target="slides/slide195.xml"/><Relationship Id="rId233" Type="http://schemas.openxmlformats.org/officeDocument/2006/relationships/slide" Target="slides/slide196.xml"/><Relationship Id="rId234" Type="http://schemas.openxmlformats.org/officeDocument/2006/relationships/slide" Target="slides/slide197.xml"/><Relationship Id="rId235" Type="http://schemas.openxmlformats.org/officeDocument/2006/relationships/slide" Target="slides/slide198.xml"/><Relationship Id="rId236" Type="http://schemas.openxmlformats.org/officeDocument/2006/relationships/slide" Target="slides/slide199.xml"/><Relationship Id="rId237" Type="http://schemas.openxmlformats.org/officeDocument/2006/relationships/slide" Target="slides/slide200.xml"/><Relationship Id="rId238" Type="http://schemas.openxmlformats.org/officeDocument/2006/relationships/slide" Target="slides/slide201.xml"/><Relationship Id="rId239" Type="http://schemas.openxmlformats.org/officeDocument/2006/relationships/slide" Target="slides/slide202.xml"/><Relationship Id="rId240" Type="http://schemas.openxmlformats.org/officeDocument/2006/relationships/slide" Target="slides/slide203.xml"/><Relationship Id="rId241" Type="http://schemas.openxmlformats.org/officeDocument/2006/relationships/slide" Target="slides/slide204.xml"/><Relationship Id="rId242" Type="http://schemas.openxmlformats.org/officeDocument/2006/relationships/slide" Target="slides/slide205.xml"/><Relationship Id="rId243" Type="http://schemas.openxmlformats.org/officeDocument/2006/relationships/slide" Target="slides/slide206.xml"/><Relationship Id="rId244" Type="http://schemas.openxmlformats.org/officeDocument/2006/relationships/slide" Target="slides/slide207.xml"/><Relationship Id="rId245" Type="http://schemas.openxmlformats.org/officeDocument/2006/relationships/slide" Target="slides/slide208.xml"/><Relationship Id="rId246" Type="http://schemas.openxmlformats.org/officeDocument/2006/relationships/slide" Target="slides/slide209.xml"/><Relationship Id="rId247" Type="http://schemas.openxmlformats.org/officeDocument/2006/relationships/slide" Target="slides/slide210.xml"/><Relationship Id="rId248" Type="http://schemas.openxmlformats.org/officeDocument/2006/relationships/slide" Target="slides/slide211.xml"/><Relationship Id="rId249" Type="http://schemas.openxmlformats.org/officeDocument/2006/relationships/slide" Target="slides/slide212.xml"/><Relationship Id="rId250" Type="http://schemas.openxmlformats.org/officeDocument/2006/relationships/slide" Target="slides/slide213.xml"/><Relationship Id="rId251" Type="http://schemas.openxmlformats.org/officeDocument/2006/relationships/slide" Target="slides/slide214.xml"/><Relationship Id="rId252" Type="http://schemas.openxmlformats.org/officeDocument/2006/relationships/slide" Target="slides/slide215.xml"/><Relationship Id="rId25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5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5CD5AB4-7D54-4F24-A0FB-6EB6B59D8CC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3FC787D-8EF8-47AA-A4E3-7BD74F2DE86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43C4228-B614-4B60-A1BE-BF597A0E670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60D9390-92E4-471B-BE47-09B5D7050DC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519DC8A-DE25-4E34-807C-6252668991D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Standard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411084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/>
          </p:nvPr>
        </p:nvSpPr>
        <p:spPr>
          <a:xfrm>
            <a:off x="5405040" y="2083320"/>
            <a:ext cx="411084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89F8CEE-6D35-4906-83DC-359449C9979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9D4A992-56E3-4A2E-B5B9-43C6AD67FD6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8362335-6509-4B89-871E-7718F28B5AE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4F6D56A-C67B-4DF6-BB0E-F4D5B94B186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20482AE1-ABB5-43F4-BDD4-3F46C4DD735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810F5441-F204-4188-9486-9EA67BBBFD2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F9A46DCE-6A41-4C95-BE8F-F7E08B3CEC9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0D6E77FF-4E16-4623-B31B-474CB07F565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4936996A-C467-4010-8F94-68F0BADE003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Only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CC4D8867-E11D-4280-AEF8-241531C98DE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3B07CDE2-B4F0-436C-9EC8-A6C422D859B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9EBDD302-5253-42EB-B52F-7B5997ED6A1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and Content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3BA32674-CCBC-4186-98FA-FB09DE4F7A5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83E8AD1B-211B-45DC-AA07-717E83F0E02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BE64176F-2799-45EB-A3AD-28F2FCD612E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32339D67-51C1-4967-AB24-BE846C3F8A0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5"/>
          </p:nvPr>
        </p:nvSpPr>
        <p:spPr/>
        <p:txBody>
          <a:bodyPr/>
          <a:p>
            <a:fld id="{89C54AA7-574A-4D58-B38E-67CBF5C5F97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8"/>
          </p:nvPr>
        </p:nvSpPr>
        <p:spPr/>
        <p:txBody>
          <a:bodyPr/>
          <a:p>
            <a:fld id="{3E27BA53-95C4-4675-A2A6-CA88FA48942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1"/>
          </p:nvPr>
        </p:nvSpPr>
        <p:spPr/>
        <p:txBody>
          <a:bodyPr/>
          <a:p>
            <a:fld id="{5932270B-253F-4797-867F-86C6FB12317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7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BFAABC93-AB9F-4211-B8FB-4E740D4089D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7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4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7"/>
          </p:nvPr>
        </p:nvSpPr>
        <p:spPr/>
        <p:txBody>
          <a:bodyPr/>
          <a:p>
            <a:fld id="{4062819A-29F9-4E49-B670-5494367620D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78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and Content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0"/>
          </p:nvPr>
        </p:nvSpPr>
        <p:spPr/>
        <p:txBody>
          <a:bodyPr/>
          <a:p>
            <a:fld id="{362219CA-A792-4D18-A29D-3C7D72BF047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81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3"/>
          </p:nvPr>
        </p:nvSpPr>
        <p:spPr/>
        <p:txBody>
          <a:bodyPr/>
          <a:p>
            <a:fld id="{DA03FD18-16ED-4C65-BECF-5BBF86A214E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84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6"/>
          </p:nvPr>
        </p:nvSpPr>
        <p:spPr/>
        <p:txBody>
          <a:bodyPr/>
          <a:p>
            <a:fld id="{5775C06D-685C-409B-9982-91867DA24B0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87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5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9"/>
          </p:nvPr>
        </p:nvSpPr>
        <p:spPr/>
        <p:txBody>
          <a:bodyPr/>
          <a:p>
            <a:fld id="{89E1C009-57DF-4591-8EDC-6773C5E6808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0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2"/>
          </p:nvPr>
        </p:nvSpPr>
        <p:spPr/>
        <p:txBody>
          <a:bodyPr/>
          <a:p>
            <a:fld id="{93217269-A8B8-49D5-B270-9B2486CEC07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9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5"/>
          </p:nvPr>
        </p:nvSpPr>
        <p:spPr/>
        <p:txBody>
          <a:bodyPr/>
          <a:p>
            <a:fld id="{096DB0F2-052A-43CC-B106-945A9C21E1F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0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8"/>
          </p:nvPr>
        </p:nvSpPr>
        <p:spPr/>
        <p:txBody>
          <a:bodyPr/>
          <a:p>
            <a:fld id="{7D804E7C-A79A-4105-9E50-F3677D49E16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2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1"/>
          </p:nvPr>
        </p:nvSpPr>
        <p:spPr/>
        <p:txBody>
          <a:bodyPr/>
          <a:p>
            <a:fld id="{D8019188-BA76-43CE-802D-ADB73C29A84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12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1"/>
          </p:nvPr>
        </p:nvSpPr>
        <p:spPr/>
        <p:txBody>
          <a:bodyPr/>
          <a:p>
            <a:fld id="{F205C62E-BE05-4F80-95B3-60A83826930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5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4"/>
          </p:nvPr>
        </p:nvSpPr>
        <p:spPr/>
        <p:txBody>
          <a:bodyPr/>
          <a:p>
            <a:fld id="{5A9F5749-B3D7-4984-8D3B-55162AE58DF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7"/>
          </p:nvPr>
        </p:nvSpPr>
        <p:spPr/>
        <p:txBody>
          <a:bodyPr/>
          <a:p>
            <a:fld id="{00115B49-7A13-4FAD-B32B-589EDACED14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8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6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7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8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9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0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1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2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3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4.xml"/><Relationship Id="rId7" Type="http://schemas.openxmlformats.org/officeDocument/2006/relationships/slideLayout" Target="../slideLayouts/slideLayout35.xml"/>
</Relationships>
</file>

<file path=ppt/slideMasters/_rels/slideMaster35.xml.rels><?xml version="1.0" encoding="UTF-8"?>
<Relationships xmlns="http://schemas.openxmlformats.org/package/2006/relationships"><Relationship Id="rId1" Type="http://schemas.openxmlformats.org/officeDocument/2006/relationships/theme" Target="../theme/theme3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6.xml"/>
</Relationships>
</file>

<file path=ppt/slideMasters/_rels/slideMaster36.xml.rels><?xml version="1.0" encoding="UTF-8"?>
<Relationships xmlns="http://schemas.openxmlformats.org/package/2006/relationships"><Relationship Id="rId1" Type="http://schemas.openxmlformats.org/officeDocument/2006/relationships/theme" Target="../theme/theme3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bg object 16"/>
          <p:cNvSpPr/>
          <p:nvPr/>
        </p:nvSpPr>
        <p:spPr>
          <a:xfrm>
            <a:off x="290880" y="1397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" name="bg object 17" descr=""/>
          <p:cNvPicPr/>
          <p:nvPr/>
        </p:nvPicPr>
        <p:blipFill>
          <a:blip r:embed="rId2"/>
          <a:stretch/>
        </p:blipFill>
        <p:spPr>
          <a:xfrm>
            <a:off x="670680" y="1397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2" name="bg object 18"/>
          <p:cNvSpPr/>
          <p:nvPr/>
        </p:nvSpPr>
        <p:spPr>
          <a:xfrm>
            <a:off x="414000" y="1816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" name="bg object 19" descr=""/>
          <p:cNvPicPr/>
          <p:nvPr/>
        </p:nvPicPr>
        <p:blipFill>
          <a:blip r:embed="rId3"/>
          <a:stretch/>
        </p:blipFill>
        <p:spPr>
          <a:xfrm>
            <a:off x="781200" y="1816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4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5" name="bg object 21"/>
          <p:cNvSpPr/>
          <p:nvPr/>
        </p:nvSpPr>
        <p:spPr>
          <a:xfrm>
            <a:off x="635040" y="1289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6" name="bg object 22" descr=""/>
          <p:cNvPicPr/>
          <p:nvPr/>
        </p:nvPicPr>
        <p:blipFill>
          <a:blip r:embed="rId5"/>
          <a:stretch/>
        </p:blipFill>
        <p:spPr>
          <a:xfrm>
            <a:off x="350640" y="2181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ftr" idx="1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2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54C30329-0C18-4E5A-97BF-CA41F3B888B9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dt" idx="3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6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g object 16"/>
          <p:cNvSpPr/>
          <p:nvPr/>
        </p:nvSpPr>
        <p:spPr>
          <a:xfrm>
            <a:off x="290880" y="1037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5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16" name="bg object 18"/>
          <p:cNvSpPr/>
          <p:nvPr/>
        </p:nvSpPr>
        <p:spPr>
          <a:xfrm>
            <a:off x="414000" y="1456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7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18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19" name="bg object 21"/>
          <p:cNvSpPr/>
          <p:nvPr/>
        </p:nvSpPr>
        <p:spPr>
          <a:xfrm>
            <a:off x="635040" y="929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0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4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5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4BAD13B8-2BBA-4429-936C-7BB990F7C2EB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dt" idx="6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6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g object 16"/>
          <p:cNvSpPr/>
          <p:nvPr/>
        </p:nvSpPr>
        <p:spPr>
          <a:xfrm>
            <a:off x="290880" y="1037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9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30" name="bg object 18"/>
          <p:cNvSpPr/>
          <p:nvPr/>
        </p:nvSpPr>
        <p:spPr>
          <a:xfrm>
            <a:off x="414000" y="1456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1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32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33" name="bg object 21"/>
          <p:cNvSpPr/>
          <p:nvPr/>
        </p:nvSpPr>
        <p:spPr>
          <a:xfrm>
            <a:off x="635040" y="929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4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7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8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34A9D620-5DA7-4FB3-9959-DA1E7A096FA9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9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body"/>
          </p:nvPr>
        </p:nvSpPr>
        <p:spPr>
          <a:xfrm>
            <a:off x="534600" y="1767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6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bg object 16"/>
          <p:cNvSpPr/>
          <p:nvPr/>
        </p:nvSpPr>
        <p:spPr>
          <a:xfrm>
            <a:off x="290880" y="1037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3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44" name="bg object 18"/>
          <p:cNvSpPr/>
          <p:nvPr/>
        </p:nvSpPr>
        <p:spPr>
          <a:xfrm>
            <a:off x="414000" y="1456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5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46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47" name="bg object 21"/>
          <p:cNvSpPr/>
          <p:nvPr/>
        </p:nvSpPr>
        <p:spPr>
          <a:xfrm>
            <a:off x="635040" y="929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8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ftr" idx="10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sldNum" idx="11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AB92C352-0716-4B73-AEAD-CB57D9F31599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dt" idx="12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6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bg object 16"/>
          <p:cNvSpPr/>
          <p:nvPr/>
        </p:nvSpPr>
        <p:spPr>
          <a:xfrm>
            <a:off x="290880" y="1037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57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58" name="bg object 18"/>
          <p:cNvSpPr/>
          <p:nvPr/>
        </p:nvSpPr>
        <p:spPr>
          <a:xfrm>
            <a:off x="414000" y="1456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59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60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61" name="bg object 21"/>
          <p:cNvSpPr/>
          <p:nvPr/>
        </p:nvSpPr>
        <p:spPr>
          <a:xfrm>
            <a:off x="635040" y="929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62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ftr" idx="13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sldNum" idx="14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67DDB27E-190B-48C6-9E03-E8BD2693426C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dt" idx="15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6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bg object 16"/>
          <p:cNvSpPr/>
          <p:nvPr/>
        </p:nvSpPr>
        <p:spPr>
          <a:xfrm>
            <a:off x="290880" y="1037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70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71" name="bg object 18"/>
          <p:cNvSpPr/>
          <p:nvPr/>
        </p:nvSpPr>
        <p:spPr>
          <a:xfrm>
            <a:off x="414000" y="1456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72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73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74" name="bg object 21"/>
          <p:cNvSpPr/>
          <p:nvPr/>
        </p:nvSpPr>
        <p:spPr>
          <a:xfrm>
            <a:off x="635040" y="929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75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411048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body"/>
          </p:nvPr>
        </p:nvSpPr>
        <p:spPr>
          <a:xfrm>
            <a:off x="5405040" y="2083320"/>
            <a:ext cx="411048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4"/>
          <p:cNvSpPr>
            <a:spLocks noGrp="1"/>
          </p:cNvSpPr>
          <p:nvPr>
            <p:ph type="ftr" idx="16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PlaceHolder 5"/>
          <p:cNvSpPr>
            <a:spLocks noGrp="1"/>
          </p:cNvSpPr>
          <p:nvPr>
            <p:ph type="sldNum" idx="17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FF9D0BC4-37C2-475D-A597-265F02744F87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PlaceHolder 6"/>
          <p:cNvSpPr>
            <a:spLocks noGrp="1"/>
          </p:cNvSpPr>
          <p:nvPr>
            <p:ph type="dt" idx="18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6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bg object 16"/>
          <p:cNvSpPr/>
          <p:nvPr/>
        </p:nvSpPr>
        <p:spPr>
          <a:xfrm>
            <a:off x="290880" y="1037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86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87" name="bg object 18"/>
          <p:cNvSpPr/>
          <p:nvPr/>
        </p:nvSpPr>
        <p:spPr>
          <a:xfrm>
            <a:off x="414000" y="1456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88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89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90" name="bg object 21"/>
          <p:cNvSpPr/>
          <p:nvPr/>
        </p:nvSpPr>
        <p:spPr>
          <a:xfrm>
            <a:off x="635040" y="929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91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ftr" idx="19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sldNum" idx="20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93891EF7-904A-4927-828C-FC2EF661484B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 type="dt" idx="21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6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bg object 16"/>
          <p:cNvSpPr/>
          <p:nvPr/>
        </p:nvSpPr>
        <p:spPr>
          <a:xfrm>
            <a:off x="290880" y="1037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99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100" name="bg object 18"/>
          <p:cNvSpPr/>
          <p:nvPr/>
        </p:nvSpPr>
        <p:spPr>
          <a:xfrm>
            <a:off x="414000" y="1456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01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102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103" name="bg object 21"/>
          <p:cNvSpPr/>
          <p:nvPr/>
        </p:nvSpPr>
        <p:spPr>
          <a:xfrm>
            <a:off x="635040" y="929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04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 type="ftr" idx="22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PlaceHolder 4"/>
          <p:cNvSpPr>
            <a:spLocks noGrp="1"/>
          </p:cNvSpPr>
          <p:nvPr>
            <p:ph type="sldNum" idx="23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F0203CB7-316E-43C1-8486-3E18854E5184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PlaceHolder 5"/>
          <p:cNvSpPr>
            <a:spLocks noGrp="1"/>
          </p:cNvSpPr>
          <p:nvPr>
            <p:ph type="dt" idx="24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6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bg object 16"/>
          <p:cNvSpPr/>
          <p:nvPr/>
        </p:nvSpPr>
        <p:spPr>
          <a:xfrm>
            <a:off x="290880" y="1145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13" name="bg object 17" descr=""/>
          <p:cNvPicPr/>
          <p:nvPr/>
        </p:nvPicPr>
        <p:blipFill>
          <a:blip r:embed="rId2"/>
          <a:stretch/>
        </p:blipFill>
        <p:spPr>
          <a:xfrm>
            <a:off x="670680" y="1145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114" name="bg object 18"/>
          <p:cNvSpPr/>
          <p:nvPr/>
        </p:nvSpPr>
        <p:spPr>
          <a:xfrm>
            <a:off x="414000" y="1564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15" name="bg object 19" descr=""/>
          <p:cNvPicPr/>
          <p:nvPr/>
        </p:nvPicPr>
        <p:blipFill>
          <a:blip r:embed="rId3"/>
          <a:stretch/>
        </p:blipFill>
        <p:spPr>
          <a:xfrm>
            <a:off x="781200" y="1564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116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117" name="bg object 21"/>
          <p:cNvSpPr/>
          <p:nvPr/>
        </p:nvSpPr>
        <p:spPr>
          <a:xfrm>
            <a:off x="635040" y="1037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18" name="bg object 22" descr=""/>
          <p:cNvPicPr/>
          <p:nvPr/>
        </p:nvPicPr>
        <p:blipFill>
          <a:blip r:embed="rId5"/>
          <a:stretch/>
        </p:blipFill>
        <p:spPr>
          <a:xfrm>
            <a:off x="350640" y="1929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ftr" idx="25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 type="sldNum" idx="26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E6DFA953-51D9-450A-943D-677E7EF3BCFA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PlaceHolder 4"/>
          <p:cNvSpPr>
            <a:spLocks noGrp="1"/>
          </p:cNvSpPr>
          <p:nvPr>
            <p:ph type="dt" idx="27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6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bg object 16"/>
          <p:cNvSpPr/>
          <p:nvPr/>
        </p:nvSpPr>
        <p:spPr>
          <a:xfrm>
            <a:off x="290880" y="821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26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127" name="bg object 18"/>
          <p:cNvSpPr/>
          <p:nvPr/>
        </p:nvSpPr>
        <p:spPr>
          <a:xfrm>
            <a:off x="414000" y="1240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28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129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130" name="bg object 21"/>
          <p:cNvSpPr/>
          <p:nvPr/>
        </p:nvSpPr>
        <p:spPr>
          <a:xfrm>
            <a:off x="635040" y="713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31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ftr" idx="28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 type="sldNum" idx="29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0637A7D4-1096-40DA-8AFE-CDD286CD72A7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PlaceHolder 4"/>
          <p:cNvSpPr>
            <a:spLocks noGrp="1"/>
          </p:cNvSpPr>
          <p:nvPr>
            <p:ph type="dt" idx="30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6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bg object 16"/>
          <p:cNvSpPr/>
          <p:nvPr/>
        </p:nvSpPr>
        <p:spPr>
          <a:xfrm>
            <a:off x="290880" y="821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39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140" name="bg object 18"/>
          <p:cNvSpPr/>
          <p:nvPr/>
        </p:nvSpPr>
        <p:spPr>
          <a:xfrm>
            <a:off x="414000" y="1240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41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142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143" name="bg object 21"/>
          <p:cNvSpPr/>
          <p:nvPr/>
        </p:nvSpPr>
        <p:spPr>
          <a:xfrm>
            <a:off x="635040" y="713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44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ftr" idx="31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sldNum" idx="32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5539236B-D72F-4F45-A89C-306F3D3378AF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 type="dt" idx="33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6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bg object 16"/>
          <p:cNvSpPr/>
          <p:nvPr/>
        </p:nvSpPr>
        <p:spPr>
          <a:xfrm>
            <a:off x="290880" y="821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52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153" name="bg object 18"/>
          <p:cNvSpPr/>
          <p:nvPr/>
        </p:nvSpPr>
        <p:spPr>
          <a:xfrm>
            <a:off x="414000" y="1240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54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155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156" name="bg object 21"/>
          <p:cNvSpPr/>
          <p:nvPr/>
        </p:nvSpPr>
        <p:spPr>
          <a:xfrm>
            <a:off x="635040" y="713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57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ftr" idx="34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PlaceHolder 4"/>
          <p:cNvSpPr>
            <a:spLocks noGrp="1"/>
          </p:cNvSpPr>
          <p:nvPr>
            <p:ph type="sldNum" idx="35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03A02CC1-F9F4-413C-A75B-9321CF1AEA3F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PlaceHolder 5"/>
          <p:cNvSpPr>
            <a:spLocks noGrp="1"/>
          </p:cNvSpPr>
          <p:nvPr>
            <p:ph type="dt" idx="36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6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bg object 16"/>
          <p:cNvSpPr/>
          <p:nvPr/>
        </p:nvSpPr>
        <p:spPr>
          <a:xfrm>
            <a:off x="290880" y="857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66" name="bg object 17" descr=""/>
          <p:cNvPicPr/>
          <p:nvPr/>
        </p:nvPicPr>
        <p:blipFill>
          <a:blip r:embed="rId2"/>
          <a:stretch/>
        </p:blipFill>
        <p:spPr>
          <a:xfrm>
            <a:off x="670680" y="857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167" name="bg object 18"/>
          <p:cNvSpPr/>
          <p:nvPr/>
        </p:nvSpPr>
        <p:spPr>
          <a:xfrm>
            <a:off x="414000" y="1276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68" name="bg object 19" descr=""/>
          <p:cNvPicPr/>
          <p:nvPr/>
        </p:nvPicPr>
        <p:blipFill>
          <a:blip r:embed="rId3"/>
          <a:stretch/>
        </p:blipFill>
        <p:spPr>
          <a:xfrm>
            <a:off x="781200" y="1276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169" name="bg object 20" descr=""/>
          <p:cNvPicPr/>
          <p:nvPr/>
        </p:nvPicPr>
        <p:blipFill>
          <a:blip r:embed="rId4"/>
          <a:stretch/>
        </p:blipFill>
        <p:spPr>
          <a:xfrm>
            <a:off x="0" y="1203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170" name="bg object 21"/>
          <p:cNvSpPr/>
          <p:nvPr/>
        </p:nvSpPr>
        <p:spPr>
          <a:xfrm>
            <a:off x="635040" y="749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71" name="bg object 22" descr=""/>
          <p:cNvPicPr/>
          <p:nvPr/>
        </p:nvPicPr>
        <p:blipFill>
          <a:blip r:embed="rId5"/>
          <a:stretch/>
        </p:blipFill>
        <p:spPr>
          <a:xfrm>
            <a:off x="350640" y="1641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 type="ftr" idx="37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sldNum" idx="38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11DEA565-9220-4BAC-9A92-A3FDA6E0A356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PlaceHolder 4"/>
          <p:cNvSpPr>
            <a:spLocks noGrp="1"/>
          </p:cNvSpPr>
          <p:nvPr>
            <p:ph type="dt" idx="39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6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bg object 16"/>
          <p:cNvSpPr/>
          <p:nvPr/>
        </p:nvSpPr>
        <p:spPr>
          <a:xfrm>
            <a:off x="290880" y="857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79" name="bg object 17" descr=""/>
          <p:cNvPicPr/>
          <p:nvPr/>
        </p:nvPicPr>
        <p:blipFill>
          <a:blip r:embed="rId2"/>
          <a:stretch/>
        </p:blipFill>
        <p:spPr>
          <a:xfrm>
            <a:off x="670680" y="857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180" name="bg object 18"/>
          <p:cNvSpPr/>
          <p:nvPr/>
        </p:nvSpPr>
        <p:spPr>
          <a:xfrm>
            <a:off x="414000" y="1276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81" name="bg object 19" descr=""/>
          <p:cNvPicPr/>
          <p:nvPr/>
        </p:nvPicPr>
        <p:blipFill>
          <a:blip r:embed="rId3"/>
          <a:stretch/>
        </p:blipFill>
        <p:spPr>
          <a:xfrm>
            <a:off x="781200" y="1276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182" name="bg object 20" descr=""/>
          <p:cNvPicPr/>
          <p:nvPr/>
        </p:nvPicPr>
        <p:blipFill>
          <a:blip r:embed="rId4"/>
          <a:stretch/>
        </p:blipFill>
        <p:spPr>
          <a:xfrm>
            <a:off x="0" y="1203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183" name="bg object 21"/>
          <p:cNvSpPr/>
          <p:nvPr/>
        </p:nvSpPr>
        <p:spPr>
          <a:xfrm>
            <a:off x="635040" y="749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84" name="bg object 22" descr=""/>
          <p:cNvPicPr/>
          <p:nvPr/>
        </p:nvPicPr>
        <p:blipFill>
          <a:blip r:embed="rId5"/>
          <a:stretch/>
        </p:blipFill>
        <p:spPr>
          <a:xfrm>
            <a:off x="350640" y="1641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ftr" idx="40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PlaceHolder 4"/>
          <p:cNvSpPr>
            <a:spLocks noGrp="1"/>
          </p:cNvSpPr>
          <p:nvPr>
            <p:ph type="sldNum" idx="41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4FA83752-E772-4F6E-A2BA-83E7D6FAD02D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PlaceHolder 5"/>
          <p:cNvSpPr>
            <a:spLocks noGrp="1"/>
          </p:cNvSpPr>
          <p:nvPr>
            <p:ph type="dt" idx="42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6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bg object 16"/>
          <p:cNvSpPr/>
          <p:nvPr/>
        </p:nvSpPr>
        <p:spPr>
          <a:xfrm>
            <a:off x="290880" y="821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93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194" name="bg object 18"/>
          <p:cNvSpPr/>
          <p:nvPr/>
        </p:nvSpPr>
        <p:spPr>
          <a:xfrm>
            <a:off x="414000" y="1240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95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196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197" name="bg object 21"/>
          <p:cNvSpPr/>
          <p:nvPr/>
        </p:nvSpPr>
        <p:spPr>
          <a:xfrm>
            <a:off x="635040" y="713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98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ftr" idx="43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sldNum" idx="44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8B34CE82-12AD-44CF-A0DC-11486032BBE5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PlaceHolder 4"/>
          <p:cNvSpPr>
            <a:spLocks noGrp="1"/>
          </p:cNvSpPr>
          <p:nvPr>
            <p:ph type="dt" idx="45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6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bg object 16"/>
          <p:cNvSpPr/>
          <p:nvPr/>
        </p:nvSpPr>
        <p:spPr>
          <a:xfrm>
            <a:off x="290880" y="821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06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207" name="bg object 18"/>
          <p:cNvSpPr/>
          <p:nvPr/>
        </p:nvSpPr>
        <p:spPr>
          <a:xfrm>
            <a:off x="414000" y="1240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08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209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210" name="bg object 21"/>
          <p:cNvSpPr/>
          <p:nvPr/>
        </p:nvSpPr>
        <p:spPr>
          <a:xfrm>
            <a:off x="635040" y="713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11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 type="ftr" idx="46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sldNum" idx="47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413CF63F-844D-4D49-BECE-E21BB752A7AF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PlaceHolder 4"/>
          <p:cNvSpPr>
            <a:spLocks noGrp="1"/>
          </p:cNvSpPr>
          <p:nvPr>
            <p:ph type="dt" idx="48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6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bg object 16"/>
          <p:cNvSpPr/>
          <p:nvPr/>
        </p:nvSpPr>
        <p:spPr>
          <a:xfrm>
            <a:off x="290880" y="821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19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220" name="bg object 18"/>
          <p:cNvSpPr/>
          <p:nvPr/>
        </p:nvSpPr>
        <p:spPr>
          <a:xfrm>
            <a:off x="414000" y="1240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21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222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223" name="bg object 21"/>
          <p:cNvSpPr/>
          <p:nvPr/>
        </p:nvSpPr>
        <p:spPr>
          <a:xfrm>
            <a:off x="635040" y="713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24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ftr" idx="49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PlaceHolder 4"/>
          <p:cNvSpPr>
            <a:spLocks noGrp="1"/>
          </p:cNvSpPr>
          <p:nvPr>
            <p:ph type="sldNum" idx="50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EC15D645-ABE4-47D5-AB62-8202754AA1A9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PlaceHolder 5"/>
          <p:cNvSpPr>
            <a:spLocks noGrp="1"/>
          </p:cNvSpPr>
          <p:nvPr>
            <p:ph type="dt" idx="51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6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bg object 16"/>
          <p:cNvSpPr/>
          <p:nvPr/>
        </p:nvSpPr>
        <p:spPr>
          <a:xfrm>
            <a:off x="290880" y="1073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33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234" name="bg object 18"/>
          <p:cNvSpPr/>
          <p:nvPr/>
        </p:nvSpPr>
        <p:spPr>
          <a:xfrm>
            <a:off x="414000" y="1492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35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236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237" name="bg object 21"/>
          <p:cNvSpPr/>
          <p:nvPr/>
        </p:nvSpPr>
        <p:spPr>
          <a:xfrm>
            <a:off x="635040" y="965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38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 type="ftr" idx="52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 type="sldNum" idx="53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81B1E561-19DC-408F-A62F-39296F6B1AB0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 type="dt" idx="54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6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bg object 16"/>
          <p:cNvSpPr/>
          <p:nvPr/>
        </p:nvSpPr>
        <p:spPr>
          <a:xfrm>
            <a:off x="290880" y="1073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46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247" name="bg object 18"/>
          <p:cNvSpPr/>
          <p:nvPr/>
        </p:nvSpPr>
        <p:spPr>
          <a:xfrm>
            <a:off x="414000" y="1492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48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249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250" name="bg object 21"/>
          <p:cNvSpPr/>
          <p:nvPr/>
        </p:nvSpPr>
        <p:spPr>
          <a:xfrm>
            <a:off x="635040" y="965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51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 type="ftr" idx="55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PlaceHolder 4"/>
          <p:cNvSpPr>
            <a:spLocks noGrp="1"/>
          </p:cNvSpPr>
          <p:nvPr>
            <p:ph type="sldNum" idx="56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93461F2D-5436-4544-AF4D-86EC6E093E80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PlaceHolder 5"/>
          <p:cNvSpPr>
            <a:spLocks noGrp="1"/>
          </p:cNvSpPr>
          <p:nvPr>
            <p:ph type="dt" idx="57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6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bg object 16"/>
          <p:cNvSpPr/>
          <p:nvPr/>
        </p:nvSpPr>
        <p:spPr>
          <a:xfrm>
            <a:off x="290880" y="1073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60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261" name="bg object 18"/>
          <p:cNvSpPr/>
          <p:nvPr/>
        </p:nvSpPr>
        <p:spPr>
          <a:xfrm>
            <a:off x="414000" y="1492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62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263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264" name="bg object 21"/>
          <p:cNvSpPr/>
          <p:nvPr/>
        </p:nvSpPr>
        <p:spPr>
          <a:xfrm>
            <a:off x="635040" y="965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65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26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2"/>
          <p:cNvSpPr>
            <a:spLocks noGrp="1"/>
          </p:cNvSpPr>
          <p:nvPr>
            <p:ph type="ftr" idx="58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sldNum" idx="59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4702B86C-2FC8-477D-AB5D-9BBDBDB0731F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" name="PlaceHolder 4"/>
          <p:cNvSpPr>
            <a:spLocks noGrp="1"/>
          </p:cNvSpPr>
          <p:nvPr>
            <p:ph type="dt" idx="60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PlaceHolder 5"/>
          <p:cNvSpPr>
            <a:spLocks noGrp="1"/>
          </p:cNvSpPr>
          <p:nvPr>
            <p:ph type="body"/>
          </p:nvPr>
        </p:nvSpPr>
        <p:spPr>
          <a:xfrm>
            <a:off x="534600" y="1767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6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bg object 16"/>
          <p:cNvSpPr/>
          <p:nvPr/>
        </p:nvSpPr>
        <p:spPr>
          <a:xfrm>
            <a:off x="290880" y="1073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74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275" name="bg object 18"/>
          <p:cNvSpPr/>
          <p:nvPr/>
        </p:nvSpPr>
        <p:spPr>
          <a:xfrm>
            <a:off x="414000" y="1492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76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277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278" name="bg object 21"/>
          <p:cNvSpPr/>
          <p:nvPr/>
        </p:nvSpPr>
        <p:spPr>
          <a:xfrm>
            <a:off x="635040" y="965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79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 type="ftr" idx="61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 type="sldNum" idx="62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0E5D1526-E5FF-4557-A326-B66B816C33A5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 type="dt" idx="63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6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bg object 16"/>
          <p:cNvSpPr/>
          <p:nvPr/>
        </p:nvSpPr>
        <p:spPr>
          <a:xfrm>
            <a:off x="290880" y="1073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88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289" name="bg object 18"/>
          <p:cNvSpPr/>
          <p:nvPr/>
        </p:nvSpPr>
        <p:spPr>
          <a:xfrm>
            <a:off x="414000" y="1492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90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291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292" name="bg object 21"/>
          <p:cNvSpPr/>
          <p:nvPr/>
        </p:nvSpPr>
        <p:spPr>
          <a:xfrm>
            <a:off x="635040" y="965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93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ftr" idx="64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PlaceHolder 4"/>
          <p:cNvSpPr>
            <a:spLocks noGrp="1"/>
          </p:cNvSpPr>
          <p:nvPr>
            <p:ph type="sldNum" idx="65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304DE40B-2A8D-402A-AD77-CC98FF8E7C93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PlaceHolder 5"/>
          <p:cNvSpPr>
            <a:spLocks noGrp="1"/>
          </p:cNvSpPr>
          <p:nvPr>
            <p:ph type="dt" idx="66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6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bg object 16"/>
          <p:cNvSpPr/>
          <p:nvPr/>
        </p:nvSpPr>
        <p:spPr>
          <a:xfrm>
            <a:off x="290880" y="1073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02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303" name="bg object 18"/>
          <p:cNvSpPr/>
          <p:nvPr/>
        </p:nvSpPr>
        <p:spPr>
          <a:xfrm>
            <a:off x="414000" y="1492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04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305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306" name="bg object 21"/>
          <p:cNvSpPr/>
          <p:nvPr/>
        </p:nvSpPr>
        <p:spPr>
          <a:xfrm>
            <a:off x="635040" y="965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07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30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3"/>
          <p:cNvSpPr>
            <a:spLocks noGrp="1"/>
          </p:cNvSpPr>
          <p:nvPr>
            <p:ph type="ftr" idx="67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" name="PlaceHolder 4"/>
          <p:cNvSpPr>
            <a:spLocks noGrp="1"/>
          </p:cNvSpPr>
          <p:nvPr>
            <p:ph type="sldNum" idx="68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7D1B52BD-236D-4336-B79E-9F3B12A3927D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PlaceHolder 5"/>
          <p:cNvSpPr>
            <a:spLocks noGrp="1"/>
          </p:cNvSpPr>
          <p:nvPr>
            <p:ph type="dt" idx="69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6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bg object 16"/>
          <p:cNvSpPr/>
          <p:nvPr/>
        </p:nvSpPr>
        <p:spPr>
          <a:xfrm>
            <a:off x="290880" y="1073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16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317" name="bg object 18"/>
          <p:cNvSpPr/>
          <p:nvPr/>
        </p:nvSpPr>
        <p:spPr>
          <a:xfrm>
            <a:off x="414000" y="1492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18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319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320" name="bg object 21"/>
          <p:cNvSpPr/>
          <p:nvPr/>
        </p:nvSpPr>
        <p:spPr>
          <a:xfrm>
            <a:off x="635040" y="965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21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32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ftr" idx="70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PlaceHolder 4"/>
          <p:cNvSpPr>
            <a:spLocks noGrp="1"/>
          </p:cNvSpPr>
          <p:nvPr>
            <p:ph type="sldNum" idx="71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F92F12BE-A1C4-4958-BCAF-073A6E331351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PlaceHolder 5"/>
          <p:cNvSpPr>
            <a:spLocks noGrp="1"/>
          </p:cNvSpPr>
          <p:nvPr>
            <p:ph type="dt" idx="72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6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bg object 16"/>
          <p:cNvSpPr/>
          <p:nvPr/>
        </p:nvSpPr>
        <p:spPr>
          <a:xfrm>
            <a:off x="290880" y="1073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30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331" name="bg object 18"/>
          <p:cNvSpPr/>
          <p:nvPr/>
        </p:nvSpPr>
        <p:spPr>
          <a:xfrm>
            <a:off x="414000" y="1492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32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333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334" name="bg object 21"/>
          <p:cNvSpPr/>
          <p:nvPr/>
        </p:nvSpPr>
        <p:spPr>
          <a:xfrm>
            <a:off x="635040" y="965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35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ftr" idx="73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" name="PlaceHolder 4"/>
          <p:cNvSpPr>
            <a:spLocks noGrp="1"/>
          </p:cNvSpPr>
          <p:nvPr>
            <p:ph type="sldNum" idx="74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F7B41A72-3F58-43AE-98D2-2474BA45899A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" name="PlaceHolder 5"/>
          <p:cNvSpPr>
            <a:spLocks noGrp="1"/>
          </p:cNvSpPr>
          <p:nvPr>
            <p:ph type="dt" idx="75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7" r:id="rId6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bg object 16"/>
          <p:cNvSpPr/>
          <p:nvPr/>
        </p:nvSpPr>
        <p:spPr>
          <a:xfrm>
            <a:off x="290880" y="821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44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345" name="bg object 18"/>
          <p:cNvSpPr/>
          <p:nvPr/>
        </p:nvSpPr>
        <p:spPr>
          <a:xfrm>
            <a:off x="414000" y="1240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46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347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348" name="bg object 21"/>
          <p:cNvSpPr/>
          <p:nvPr/>
        </p:nvSpPr>
        <p:spPr>
          <a:xfrm>
            <a:off x="635040" y="713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49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 type="ftr" idx="76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 type="sldNum" idx="77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1ECBDF94-0F56-48EE-8438-9342739304A9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PlaceHolder 4"/>
          <p:cNvSpPr>
            <a:spLocks noGrp="1"/>
          </p:cNvSpPr>
          <p:nvPr>
            <p:ph type="dt" idx="78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9" r:id="rId6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bg object 16"/>
          <p:cNvSpPr/>
          <p:nvPr/>
        </p:nvSpPr>
        <p:spPr>
          <a:xfrm>
            <a:off x="290880" y="1073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57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358" name="bg object 18"/>
          <p:cNvSpPr/>
          <p:nvPr/>
        </p:nvSpPr>
        <p:spPr>
          <a:xfrm>
            <a:off x="414000" y="1492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59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360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361" name="bg object 21"/>
          <p:cNvSpPr/>
          <p:nvPr/>
        </p:nvSpPr>
        <p:spPr>
          <a:xfrm>
            <a:off x="635040" y="965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62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36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2"/>
          <p:cNvSpPr>
            <a:spLocks noGrp="1"/>
          </p:cNvSpPr>
          <p:nvPr>
            <p:ph type="ftr" idx="79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sldNum" idx="80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F5C0E38E-9569-4B39-85B7-5A3A2522220C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" name="PlaceHolder 4"/>
          <p:cNvSpPr>
            <a:spLocks noGrp="1"/>
          </p:cNvSpPr>
          <p:nvPr>
            <p:ph type="dt" idx="81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6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bg object 16"/>
          <p:cNvSpPr/>
          <p:nvPr/>
        </p:nvSpPr>
        <p:spPr>
          <a:xfrm>
            <a:off x="290880" y="1073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70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371" name="bg object 18"/>
          <p:cNvSpPr/>
          <p:nvPr/>
        </p:nvSpPr>
        <p:spPr>
          <a:xfrm>
            <a:off x="414000" y="1492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72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373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374" name="bg object 21"/>
          <p:cNvSpPr/>
          <p:nvPr/>
        </p:nvSpPr>
        <p:spPr>
          <a:xfrm>
            <a:off x="635040" y="965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75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37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PlaceHolder 3"/>
          <p:cNvSpPr>
            <a:spLocks noGrp="1"/>
          </p:cNvSpPr>
          <p:nvPr>
            <p:ph type="ftr" idx="82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" name="PlaceHolder 4"/>
          <p:cNvSpPr>
            <a:spLocks noGrp="1"/>
          </p:cNvSpPr>
          <p:nvPr>
            <p:ph type="sldNum" idx="83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CFB9BA33-BDCE-420D-BD8F-87FB09F1A0F2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" name="PlaceHolder 5"/>
          <p:cNvSpPr>
            <a:spLocks noGrp="1"/>
          </p:cNvSpPr>
          <p:nvPr>
            <p:ph type="dt" idx="84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3" r:id="rId6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bg object 16"/>
          <p:cNvSpPr/>
          <p:nvPr/>
        </p:nvSpPr>
        <p:spPr>
          <a:xfrm>
            <a:off x="290880" y="1073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84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385" name="bg object 18"/>
          <p:cNvSpPr/>
          <p:nvPr/>
        </p:nvSpPr>
        <p:spPr>
          <a:xfrm>
            <a:off x="414000" y="1492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86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387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388" name="bg object 21"/>
          <p:cNvSpPr/>
          <p:nvPr/>
        </p:nvSpPr>
        <p:spPr>
          <a:xfrm>
            <a:off x="635040" y="965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89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39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2"/>
          <p:cNvSpPr>
            <a:spLocks noGrp="1"/>
          </p:cNvSpPr>
          <p:nvPr>
            <p:ph type="ftr" idx="85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 type="sldNum" idx="86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BA4F442C-BADC-4583-90C9-ABEF88D8F7BE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" name="PlaceHolder 4"/>
          <p:cNvSpPr>
            <a:spLocks noGrp="1"/>
          </p:cNvSpPr>
          <p:nvPr>
            <p:ph type="dt" idx="87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PlaceHolder 5"/>
          <p:cNvSpPr>
            <a:spLocks noGrp="1"/>
          </p:cNvSpPr>
          <p:nvPr>
            <p:ph type="body"/>
          </p:nvPr>
        </p:nvSpPr>
        <p:spPr>
          <a:xfrm>
            <a:off x="534600" y="1767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5" r:id="rId6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bg object 16"/>
          <p:cNvSpPr/>
          <p:nvPr/>
        </p:nvSpPr>
        <p:spPr>
          <a:xfrm>
            <a:off x="290880" y="1073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98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399" name="bg object 18"/>
          <p:cNvSpPr/>
          <p:nvPr/>
        </p:nvSpPr>
        <p:spPr>
          <a:xfrm>
            <a:off x="414000" y="1492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00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401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402" name="bg object 21"/>
          <p:cNvSpPr/>
          <p:nvPr/>
        </p:nvSpPr>
        <p:spPr>
          <a:xfrm>
            <a:off x="635040" y="965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03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40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3"/>
          <p:cNvSpPr>
            <a:spLocks noGrp="1"/>
          </p:cNvSpPr>
          <p:nvPr>
            <p:ph type="ftr" idx="88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" name="PlaceHolder 4"/>
          <p:cNvSpPr>
            <a:spLocks noGrp="1"/>
          </p:cNvSpPr>
          <p:nvPr>
            <p:ph type="sldNum" idx="89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C2F55DB8-CA2F-4B67-B34D-6477B331088E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PlaceHolder 5"/>
          <p:cNvSpPr>
            <a:spLocks noGrp="1"/>
          </p:cNvSpPr>
          <p:nvPr>
            <p:ph type="dt" idx="90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7" r:id="rId6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bg object 16"/>
          <p:cNvSpPr/>
          <p:nvPr/>
        </p:nvSpPr>
        <p:spPr>
          <a:xfrm>
            <a:off x="290880" y="1073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12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413" name="bg object 18"/>
          <p:cNvSpPr/>
          <p:nvPr/>
        </p:nvSpPr>
        <p:spPr>
          <a:xfrm>
            <a:off x="414000" y="1492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14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415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416" name="bg object 21"/>
          <p:cNvSpPr/>
          <p:nvPr/>
        </p:nvSpPr>
        <p:spPr>
          <a:xfrm>
            <a:off x="635040" y="965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17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41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PlaceHolder 2"/>
          <p:cNvSpPr>
            <a:spLocks noGrp="1"/>
          </p:cNvSpPr>
          <p:nvPr>
            <p:ph type="ftr" idx="91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" name="PlaceHolder 3"/>
          <p:cNvSpPr>
            <a:spLocks noGrp="1"/>
          </p:cNvSpPr>
          <p:nvPr>
            <p:ph type="sldNum" idx="92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C4562EC1-F36C-454C-894B-762FFCDC0355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" name="PlaceHolder 4"/>
          <p:cNvSpPr>
            <a:spLocks noGrp="1"/>
          </p:cNvSpPr>
          <p:nvPr>
            <p:ph type="dt" idx="93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" name="PlaceHolder 5"/>
          <p:cNvSpPr>
            <a:spLocks noGrp="1"/>
          </p:cNvSpPr>
          <p:nvPr>
            <p:ph type="body"/>
          </p:nvPr>
        </p:nvSpPr>
        <p:spPr>
          <a:xfrm>
            <a:off x="534600" y="1767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9" r:id="rId6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bg object 16"/>
          <p:cNvSpPr/>
          <p:nvPr/>
        </p:nvSpPr>
        <p:spPr>
          <a:xfrm>
            <a:off x="290880" y="1073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26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427" name="bg object 18"/>
          <p:cNvSpPr/>
          <p:nvPr/>
        </p:nvSpPr>
        <p:spPr>
          <a:xfrm>
            <a:off x="414000" y="1492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28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429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430" name="bg object 21"/>
          <p:cNvSpPr/>
          <p:nvPr/>
        </p:nvSpPr>
        <p:spPr>
          <a:xfrm>
            <a:off x="635040" y="965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31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43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 type="ftr" idx="94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5" name="PlaceHolder 4"/>
          <p:cNvSpPr>
            <a:spLocks noGrp="1"/>
          </p:cNvSpPr>
          <p:nvPr>
            <p:ph type="sldNum" idx="95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184349CB-0E9C-445D-BF47-908EB4BA1E1A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6" name="PlaceHolder 5"/>
          <p:cNvSpPr>
            <a:spLocks noGrp="1"/>
          </p:cNvSpPr>
          <p:nvPr>
            <p:ph type="dt" idx="96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1" r:id="rId6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bg object 16"/>
          <p:cNvSpPr/>
          <p:nvPr/>
        </p:nvSpPr>
        <p:spPr>
          <a:xfrm>
            <a:off x="290880" y="821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40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441" name="bg object 18"/>
          <p:cNvSpPr/>
          <p:nvPr/>
        </p:nvSpPr>
        <p:spPr>
          <a:xfrm>
            <a:off x="414000" y="1240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42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443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444" name="bg object 21"/>
          <p:cNvSpPr/>
          <p:nvPr/>
        </p:nvSpPr>
        <p:spPr>
          <a:xfrm>
            <a:off x="635040" y="713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45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44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 type="ftr" idx="97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PlaceHolder 4"/>
          <p:cNvSpPr>
            <a:spLocks noGrp="1"/>
          </p:cNvSpPr>
          <p:nvPr>
            <p:ph type="sldNum" idx="98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24BB6F84-6035-4789-ADBD-4EF8B66D070C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PlaceHolder 5"/>
          <p:cNvSpPr>
            <a:spLocks noGrp="1"/>
          </p:cNvSpPr>
          <p:nvPr>
            <p:ph type="dt" idx="99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3" r:id="rId6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bg object 16"/>
          <p:cNvSpPr/>
          <p:nvPr/>
        </p:nvSpPr>
        <p:spPr>
          <a:xfrm>
            <a:off x="290880" y="1073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54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455" name="bg object 18"/>
          <p:cNvSpPr/>
          <p:nvPr/>
        </p:nvSpPr>
        <p:spPr>
          <a:xfrm>
            <a:off x="414000" y="1492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56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457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458" name="bg object 21"/>
          <p:cNvSpPr/>
          <p:nvPr/>
        </p:nvSpPr>
        <p:spPr>
          <a:xfrm>
            <a:off x="635040" y="965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59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PlaceHolder 2"/>
          <p:cNvSpPr>
            <a:spLocks noGrp="1"/>
          </p:cNvSpPr>
          <p:nvPr>
            <p:ph type="ftr" idx="100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2" name="PlaceHolder 3"/>
          <p:cNvSpPr>
            <a:spLocks noGrp="1"/>
          </p:cNvSpPr>
          <p:nvPr>
            <p:ph type="sldNum" idx="101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A745B717-6985-4ACC-8A42-72E44F0E3643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3" name="PlaceHolder 4"/>
          <p:cNvSpPr>
            <a:spLocks noGrp="1"/>
          </p:cNvSpPr>
          <p:nvPr>
            <p:ph type="dt" idx="102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4" name="PlaceHolder 5"/>
          <p:cNvSpPr>
            <a:spLocks noGrp="1"/>
          </p:cNvSpPr>
          <p:nvPr>
            <p:ph type="body"/>
          </p:nvPr>
        </p:nvSpPr>
        <p:spPr>
          <a:xfrm>
            <a:off x="534600" y="1767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5" r:id="rId6"/>
    <p:sldLayoutId id="2147483716" r:id="rId7"/>
  </p:sldLayoutIdLst>
</p:sldMaster>
</file>

<file path=ppt/slideMasters/slideMaster3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bg object 16"/>
          <p:cNvSpPr/>
          <p:nvPr/>
        </p:nvSpPr>
        <p:spPr>
          <a:xfrm>
            <a:off x="290880" y="1073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70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471" name="bg object 18"/>
          <p:cNvSpPr/>
          <p:nvPr/>
        </p:nvSpPr>
        <p:spPr>
          <a:xfrm>
            <a:off x="414000" y="1492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72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473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474" name="bg object 21"/>
          <p:cNvSpPr/>
          <p:nvPr/>
        </p:nvSpPr>
        <p:spPr>
          <a:xfrm>
            <a:off x="635040" y="965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75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47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3"/>
          <p:cNvSpPr>
            <a:spLocks noGrp="1"/>
          </p:cNvSpPr>
          <p:nvPr>
            <p:ph type="ftr" idx="103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9" name="PlaceHolder 4"/>
          <p:cNvSpPr>
            <a:spLocks noGrp="1"/>
          </p:cNvSpPr>
          <p:nvPr>
            <p:ph type="sldNum" idx="104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610299C2-C638-4A7D-BB24-A9B10BE1CC68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" name="PlaceHolder 5"/>
          <p:cNvSpPr>
            <a:spLocks noGrp="1"/>
          </p:cNvSpPr>
          <p:nvPr>
            <p:ph type="dt" idx="105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8" r:id="rId6"/>
  </p:sldLayoutIdLst>
</p:sldMaster>
</file>

<file path=ppt/slideMasters/slideMaster3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bg object 16"/>
          <p:cNvSpPr/>
          <p:nvPr/>
        </p:nvSpPr>
        <p:spPr>
          <a:xfrm>
            <a:off x="290880" y="1037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84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485" name="bg object 18"/>
          <p:cNvSpPr/>
          <p:nvPr/>
        </p:nvSpPr>
        <p:spPr>
          <a:xfrm>
            <a:off x="414000" y="1456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86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487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488" name="bg object 21"/>
          <p:cNvSpPr/>
          <p:nvPr/>
        </p:nvSpPr>
        <p:spPr>
          <a:xfrm>
            <a:off x="635040" y="929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89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49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PlaceHolder 3"/>
          <p:cNvSpPr>
            <a:spLocks noGrp="1"/>
          </p:cNvSpPr>
          <p:nvPr>
            <p:ph type="ftr" idx="106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" name="PlaceHolder 4"/>
          <p:cNvSpPr>
            <a:spLocks noGrp="1"/>
          </p:cNvSpPr>
          <p:nvPr>
            <p:ph type="sldNum" idx="107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C4246959-19AE-44AC-A909-702924F937CF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" name="PlaceHolder 5"/>
          <p:cNvSpPr>
            <a:spLocks noGrp="1"/>
          </p:cNvSpPr>
          <p:nvPr>
            <p:ph type="dt" idx="108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0" r:id="rId6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1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mailto:david.thibau@gmail.com" TargetMode="External"/><Relationship Id="rId2" Type="http://schemas.openxmlformats.org/officeDocument/2006/relationships/slideLayout" Target="../slideLayouts/slideLayout8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3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3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3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3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3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3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1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1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1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3.xml"/>
</Relationships>
</file>

<file path=ppt/slides/_rels/slide1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1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1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1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1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1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1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1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1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1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1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1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4.xml"/>
</Relationships>
</file>

<file path=ppt/slides/_rels/slide1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1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1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6.xml"/>
</Relationships>
</file>

<file path=ppt/slides/_rels/slide1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6.xml"/>
</Relationships>
</file>

<file path=ppt/slides/_rels/slide1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6.xml"/>
</Relationships>
</file>

<file path=ppt/slides/_rels/slide1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2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2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2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7" name="object 2" descr=""/>
          <p:cNvPicPr/>
          <p:nvPr/>
        </p:nvPicPr>
        <p:blipFill>
          <a:blip r:embed="rId1"/>
          <a:stretch/>
        </p:blipFill>
        <p:spPr>
          <a:xfrm>
            <a:off x="1547640" y="2889360"/>
            <a:ext cx="7282080" cy="3125520"/>
          </a:xfrm>
          <a:prstGeom prst="rect">
            <a:avLst/>
          </a:prstGeom>
          <a:ln w="0">
            <a:noFill/>
          </a:ln>
        </p:spPr>
      </p:pic>
      <p:sp>
        <p:nvSpPr>
          <p:cNvPr id="498" name="PlaceHolder 1"/>
          <p:cNvSpPr>
            <a:spLocks noGrp="1"/>
          </p:cNvSpPr>
          <p:nvPr>
            <p:ph type="sldNum" idx="109"/>
          </p:nvPr>
        </p:nvSpPr>
        <p:spPr>
          <a:xfrm>
            <a:off x="10069920" y="7229160"/>
            <a:ext cx="54252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5FC18C50-5D49-462A-89B7-47D77C9394AE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title"/>
          </p:nvPr>
        </p:nvSpPr>
        <p:spPr>
          <a:xfrm>
            <a:off x="1164600" y="509040"/>
            <a:ext cx="8354160" cy="1329120"/>
          </a:xfrm>
          <a:prstGeom prst="rect">
            <a:avLst/>
          </a:prstGeom>
          <a:noFill/>
          <a:ln w="0">
            <a:noFill/>
          </a:ln>
        </p:spPr>
        <p:txBody>
          <a:bodyPr lIns="0" rIns="0" tIns="59760" bIns="0" anchor="t">
            <a:noAutofit/>
          </a:bodyPr>
          <a:p>
            <a:pPr indent="0" algn="ctr">
              <a:lnSpc>
                <a:spcPts val="5009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chemeClr val="dk1"/>
                </a:solidFill>
                <a:latin typeface="Arial"/>
              </a:rPr>
              <a:t>Liferay 7.x - Développer un portail d'entreprise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PlaceHolder 2"/>
          <p:cNvSpPr>
            <a:spLocks noGrp="1"/>
          </p:cNvSpPr>
          <p:nvPr>
            <p:ph type="sldNum" idx="110"/>
          </p:nvPr>
        </p:nvSpPr>
        <p:spPr>
          <a:xfrm>
            <a:off x="10069920" y="7229160"/>
            <a:ext cx="54252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43DD4F55-9978-4117-A58E-B0B0342BAE99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1" name="object 3"/>
          <p:cNvSpPr/>
          <p:nvPr/>
        </p:nvSpPr>
        <p:spPr>
          <a:xfrm>
            <a:off x="1593720" y="3696840"/>
            <a:ext cx="7511400" cy="150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448200" algn="ctr">
              <a:lnSpc>
                <a:spcPct val="100000"/>
              </a:lnSpc>
              <a:spcBef>
                <a:spcPts val="99"/>
              </a:spcBef>
            </a:pPr>
            <a:r>
              <a:rPr b="0" lang="fr-FR" sz="3200" spc="180" strike="noStrike">
                <a:solidFill>
                  <a:srgbClr val="000000"/>
                </a:solidFill>
                <a:latin typeface="Arial"/>
                <a:ea typeface="DejaVu Sans"/>
              </a:rPr>
              <a:t>David</a:t>
            </a:r>
            <a:r>
              <a:rPr b="0" lang="fr-FR" sz="3200" spc="123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DejaVu Sans"/>
              </a:rPr>
              <a:t>THIBAU</a:t>
            </a:r>
            <a:r>
              <a:rPr b="0" lang="fr-FR" sz="3200" spc="123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DejaVu Sans"/>
              </a:rPr>
              <a:t>–</a:t>
            </a:r>
            <a:r>
              <a:rPr b="0" lang="fr-FR" sz="3200" spc="123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3200" spc="197" strike="noStrike">
                <a:solidFill>
                  <a:srgbClr val="000000"/>
                </a:solidFill>
                <a:latin typeface="Arial"/>
                <a:ea typeface="DejaVu Sans"/>
              </a:rPr>
              <a:t>2025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48200" algn="ctr">
              <a:lnSpc>
                <a:spcPct val="100000"/>
              </a:lnSpc>
              <a:spcBef>
                <a:spcPts val="99"/>
              </a:spcBef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48200" algn="ctr">
              <a:lnSpc>
                <a:spcPct val="100000"/>
              </a:lnSpc>
              <a:spcBef>
                <a:spcPts val="99"/>
              </a:spcBef>
            </a:pPr>
            <a:r>
              <a:rPr b="0" lang="fr-FR" sz="3200" spc="180" strike="noStrike" u="sng">
                <a:solidFill>
                  <a:srgbClr val="0000ff"/>
                </a:solidFill>
                <a:uFillTx/>
                <a:latin typeface="Arial"/>
                <a:ea typeface="DejaVu Sans"/>
                <a:hlinkClick r:id="rId1"/>
              </a:rPr>
              <a:t>david.thibau@gmail.com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title"/>
          </p:nvPr>
        </p:nvSpPr>
        <p:spPr>
          <a:xfrm>
            <a:off x="1090800" y="114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Agenda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410904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000000"/>
                </a:solidFill>
                <a:latin typeface="Calibri"/>
              </a:rPr>
              <a:t>Fondamentaux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Panorama Liferay DXP / Portal 7.4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Installation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Sites, Pages, Navigation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CMS 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000000"/>
                </a:solidFill>
                <a:latin typeface="Calibri"/>
              </a:rPr>
              <a:t>Administration, Exploitation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Base de données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Configuration, logs, sessions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Exploitation modules OSGI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Patching et mise à jour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Environnements, Staging, Import/Export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PlaceHolder 3"/>
          <p:cNvSpPr>
            <a:spLocks noGrp="1"/>
          </p:cNvSpPr>
          <p:nvPr>
            <p:ph/>
          </p:nvPr>
        </p:nvSpPr>
        <p:spPr>
          <a:xfrm>
            <a:off x="5406480" y="2083320"/>
            <a:ext cx="410904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000000"/>
                </a:solidFill>
                <a:latin typeface="Calibri"/>
              </a:rPr>
              <a:t>Développement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Mise en place IDE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Développement Portlet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Service Builder et Rest Builder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Sécurité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Extensions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Panorama Liferay DXP / Portal 7.4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Installation</a:t>
            </a: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Site, pages,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CMS : web content, templates, documents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Portail et Digital Experience Platform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Un </a:t>
            </a:r>
            <a:r>
              <a:rPr b="1" lang="fr-FR" sz="2400" spc="-1" strike="noStrike">
                <a:solidFill>
                  <a:srgbClr val="090b5e"/>
                </a:solidFill>
                <a:latin typeface="Calibri"/>
              </a:rPr>
              <a:t>portail d’entreprise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est une plate-forme web qui centralise l’accès aux applications, contenus et services numériques de l’organisation.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Une </a:t>
            </a:r>
            <a:r>
              <a:rPr b="1" lang="fr-FR" sz="2400" spc="-1" strike="noStrike">
                <a:solidFill>
                  <a:srgbClr val="090b5e"/>
                </a:solidFill>
                <a:latin typeface="Calibri"/>
              </a:rPr>
              <a:t>« Digital Experience Platform (DXP) »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ajoute à ces fonctions des capacités avancées : personnalisation, APIs, intégration </a:t>
            </a:r>
            <a:r>
              <a:rPr b="0" i="1" lang="fr-FR" sz="2400" spc="-1" strike="noStrike">
                <a:solidFill>
                  <a:srgbClr val="000000"/>
                </a:solidFill>
                <a:latin typeface="Calibri"/>
              </a:rPr>
              <a:t>omnicanal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(web, mobile, applications tierces).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L’objectif est de fournir à chaque utilisateur (client, partenaire, collaborateur) une expérience unifiée malgré la diversité des systèmes sous-jacents.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Fonctions clés d’un portail d’entreprise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1511ac"/>
                </a:solidFill>
                <a:latin typeface="Calibri"/>
              </a:rPr>
              <a:t>Agrégation de contenus et d’applications 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: tableau de bord, pages composites, vue synthétique d’indicateurs issus de plusieurs systèmes.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100" spc="-1" strike="noStrike">
                <a:solidFill>
                  <a:srgbClr val="1511ac"/>
                </a:solidFill>
                <a:latin typeface="Calibri"/>
              </a:rPr>
              <a:t>Administration centralisée 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: gestion des utilisateurs, des rôles, des droits d’accès et des espaces (sites, communautés, organisations).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100" spc="-1" strike="noStrike">
                <a:solidFill>
                  <a:srgbClr val="1511ac"/>
                </a:solidFill>
                <a:latin typeface="Calibri"/>
              </a:rPr>
              <a:t>Cadre d’architecture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 : normes, modèles de développement et de sécurité homogènes pour les applications intégrées au portail.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Personnalisation, identité et SSO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200" spc="-1" strike="noStrike">
                <a:solidFill>
                  <a:srgbClr val="1511ac"/>
                </a:solidFill>
                <a:latin typeface="Calibri"/>
              </a:rPr>
              <a:t>Personnalisation par profil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: chaque utilisateur appartient à un ou plusieurs rôles, qui conditionnent les contenus visibles et les fonctionnalités disponibles.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200" spc="-1" strike="noStrike">
                <a:solidFill>
                  <a:srgbClr val="1511ac"/>
                </a:solidFill>
                <a:latin typeface="Calibri"/>
              </a:rPr>
              <a:t>Personnalisation par préférences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: choix des applications affichées, agencement des portlets, sélection d’un thème graphique.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200" spc="-1" strike="noStrike">
                <a:solidFill>
                  <a:srgbClr val="1511ac"/>
                </a:solidFill>
                <a:latin typeface="Calibri"/>
              </a:rPr>
              <a:t>Identité et SSO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L’authentification s’appuie sur un référentiel central (annuaire LDAP ou IdP type Azure AD / Keycloak).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Le portail met en œuvre des standards de Single Sign-On : SAML2, OpenID Connect, OAuth2, permettant à l’utilisateur de s’authentifier une fois et d’accéder à plusieurs applications.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PlaceHolder 1"/>
          <p:cNvSpPr>
            <a:spLocks noGrp="1"/>
          </p:cNvSpPr>
          <p:nvPr>
            <p:ph type="title"/>
          </p:nvPr>
        </p:nvSpPr>
        <p:spPr>
          <a:xfrm>
            <a:off x="1090800" y="678960"/>
            <a:ext cx="8507880" cy="90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Modes d’intégration d’applications et de contenus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Applications intégrées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dans le portail (modules / portlets / remote apps) développées selon le modèle technique de la plate-forme.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Intégration légère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liens vers des applications externes,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iframes ou widgets intégrés dans les pages,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flux RSS/Atom pour remonter des actualités ou contenus éditoriaux.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Intégration par APIs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consommation ou exposition de services REST/JSON pour échanger des données avec des applications métier, ERP, CRM, etc.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sécurisation via OAuth2 lorsque les APIs sont exposées à des applications externes.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Positionnement de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Liferay DXP (édition entreprise)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: plate-forme commerciale avec support, mises à jour contrôlées et fonctionnalités avancées (notamment Commerce et certains connecteurs).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Liferay Portal CE (Community Edition)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: édition communautaire libre (LGPL), adaptée aux projets moins critiques ou aux phases d’étude.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Dans les deux cas, Liferay fournit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un noyau portail,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des fonctionnalités CMS,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des fonctions de collaboration et de gestion d’accès,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des APIs headless pour l’intégration avec des applications externes.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PlaceHolder 1"/>
          <p:cNvSpPr>
            <a:spLocks noGrp="1"/>
          </p:cNvSpPr>
          <p:nvPr>
            <p:ph type="title"/>
          </p:nvPr>
        </p:nvSpPr>
        <p:spPr>
          <a:xfrm>
            <a:off x="1090800" y="660600"/>
            <a:ext cx="8507880" cy="94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Liferay comme CMS et plate-forme collaborative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CMS intégré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gestion des pages, des gabarits, des contenus web,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workflow éditorial, staging, planification de publication,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taxonomies, tags, segmentation.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Collaboration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blogs, wikis, forums, agendas, bibliothèque documentaire,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communautés internes ou externes,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fonctionnalités sociales (suivi, notifications, commentaires).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Liferay comme plate-forme d’intégration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Liferay joue le rôle de couche d’exposition des données et services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APIs REST headless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pour la plupart des fonctionnalités standard. 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Connecteurs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et intégrations avec des systèmes tiers (ERP, CRM, GED, moteurs de recherche).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La recherche full-text s’appuie sur Elasticsearch / OpenSearch avec indexation des contenus, documents et données applicatives.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Liferay pour les développeurs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Modèle de développement basé sur des </a:t>
            </a: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modules OSGi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modules MVC portlet,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modules Service Builder pour la couche de services,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modules REST Builder pour exposer des APIs headless.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Couche présentation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taglibs Liferay + AlloyUI + Clay pour l’interface,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Remote Apps (React/Angular…) pour des applications full-JS.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Extension et personnalisation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Configuration par modules, thèmes, fragment modules,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Intégration SSO (SAML, OIDC) et sécurisation OAuth2 pour les APIs.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Panorama Liferay DXP / Portal 7.4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Installation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Site, pages,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CMS : web content, templates, documents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Pré-requis pour l’installation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542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/>
          </a:bodyPr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000000"/>
                </a:solidFill>
                <a:latin typeface="Calibri"/>
              </a:rPr>
              <a:t>Système d’exploitation :  Linux, Windows, macOS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Minimum recommandé : 2 CPU, 4 Go RAM (8 Go recommandé pour production), 10 Go disque libre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000000"/>
                </a:solidFill>
                <a:latin typeface="Calibri"/>
              </a:rPr>
              <a:t>Java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JDK17 ou 21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Variable d’environnement : JAVA_HOME correctement configurée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000" spc="-1" strike="noStrike">
                <a:solidFill>
                  <a:srgbClr val="000000"/>
                </a:solidFill>
                <a:latin typeface="Calibri"/>
              </a:rPr>
              <a:t>Base de données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MySQL / MariaDB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PostgreSQL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Oracle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SQL Server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Embedded HSQLDB disponible uniquement pour tests / dev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000" spc="-1" strike="noStrike">
                <a:solidFill>
                  <a:srgbClr val="000000"/>
                </a:solidFill>
                <a:latin typeface="Calibri"/>
              </a:rPr>
              <a:t>Préparer la base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Créer un utilisateur dédié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Accorder droits CREATE / UPDATE / DELETE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Télécharger et installer un bundle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2"/>
          <p:cNvSpPr>
            <a:spLocks noGrp="1"/>
          </p:cNvSpPr>
          <p:nvPr>
            <p:ph/>
          </p:nvPr>
        </p:nvSpPr>
        <p:spPr>
          <a:xfrm>
            <a:off x="45648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Télécharger le bundle Liferay 7.4 Tomcat (DXP ou Portal CE) depuis le site officiel.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Décompresser l’archive dans un répertoire dédié, qui devient le Liferay Home.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Vérifier la variable d’environnement JAVA_HOME et le chemin du JDK.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Structure de Liferay Home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666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Le dossier racine contient notamment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600" spc="-1" strike="noStrike">
                <a:solidFill>
                  <a:srgbClr val="1511ac"/>
                </a:solidFill>
                <a:latin typeface="Calibri"/>
              </a:rPr>
              <a:t>data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: données persistées par Liferay (documents, configuration, éventuelle base de démonstration) 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600" spc="-1" strike="noStrike">
                <a:solidFill>
                  <a:srgbClr val="1511ac"/>
                </a:solidFill>
                <a:latin typeface="Calibri"/>
              </a:rPr>
              <a:t>deploy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: répertoire pour le déploiement automatique de modules/LPKG 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600" spc="-1" strike="noStrike">
                <a:solidFill>
                  <a:srgbClr val="1511ac"/>
                </a:solidFill>
                <a:latin typeface="Calibri"/>
              </a:rPr>
              <a:t>logs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: journaux applicatifs 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600" spc="-1" strike="noStrike">
                <a:solidFill>
                  <a:srgbClr val="1511ac"/>
                </a:solidFill>
                <a:latin typeface="Calibri"/>
              </a:rPr>
              <a:t>osgi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: modules standard et extensions déployées.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Cette structure est commune quel que soit le serveur applicatif sous-jacent.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Démarrage et assistant de configuration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Lancer le serveur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sous Linux : </a:t>
            </a: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./tomcat-*/bin/startup.sh,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sous Windows : </a:t>
            </a: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tomcat-*\bin\startup.bat.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Accès au portail via http://localhost:8080.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À la première connexion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choix de la langue et du nom du portail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création du compte administrateur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configuration de la base de données (base embarquée pour les TPs ou 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base dédiée de développement).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Alternative Docker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Liferay fournit des images Docker facilitant l’installation en environnement isolé.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Intérêt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Reproductibilité de l’environnement 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Gestion simplifiée pour les ateliers lorsqu’un moteur Docker est disponible.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"/>
          <p:cNvSpPr/>
          <p:nvPr/>
        </p:nvSpPr>
        <p:spPr>
          <a:xfrm>
            <a:off x="540000" y="6840000"/>
            <a:ext cx="3259080" cy="42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 : Installation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Panorama Liferay DXP / Portal 7.4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Installation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Site, pages,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CMS : web content, templates, documents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Company (Instance Liferay)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PlaceHolder 2"/>
          <p:cNvSpPr>
            <a:spLocks noGrp="1"/>
          </p:cNvSpPr>
          <p:nvPr>
            <p:ph/>
          </p:nvPr>
        </p:nvSpPr>
        <p:spPr>
          <a:xfrm>
            <a:off x="534600" y="2091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 lnSpcReduction="1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Une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Company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représente une instance Liferay (tenant)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point d’entrée du portail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périmètre de sécurité et de configuration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racine de tous les sites, utilisateurs et rôles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serveur Liferay peut héberger plusieurs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Company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, mais dans la majorité des projets :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1 serveur = 1 Company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Rôle de la Company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PlaceHolder 2"/>
          <p:cNvSpPr>
            <a:spLocks noGrp="1"/>
          </p:cNvSpPr>
          <p:nvPr>
            <p:ph/>
          </p:nvPr>
        </p:nvSpPr>
        <p:spPr>
          <a:xfrm>
            <a:off x="534600" y="1989720"/>
            <a:ext cx="9621360" cy="502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8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Définit :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 site par défaut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 nom du portail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paramètres globaux (authentification, sécurité, timeout…)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Contient :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utilisateurs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sites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rôles globaux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Table : </a:t>
            </a:r>
            <a:r>
              <a:rPr b="1" i="1" lang="fr-FR" sz="4800" spc="-1" strike="noStrike">
                <a:solidFill>
                  <a:srgbClr val="1a2fad"/>
                </a:solidFill>
                <a:latin typeface="Arial"/>
              </a:rPr>
              <a:t>company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Utilisateurs dans Liferay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PlaceHolder 2"/>
          <p:cNvSpPr>
            <a:spLocks noGrp="1"/>
          </p:cNvSpPr>
          <p:nvPr>
            <p:ph/>
          </p:nvPr>
        </p:nvSpPr>
        <p:spPr>
          <a:xfrm>
            <a:off x="540000" y="2278080"/>
            <a:ext cx="9621360" cy="492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utilisateur représente une personne accédant au portail.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appartient à une Company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peut être membre de plusieurs sites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 voit attribuer un ou plusieurs rôles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Utilisateur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anonyme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non authentifié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accès aux pages publiques uniquement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Utilisateur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authentifié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accès selon ses rôles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Administrateur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gestion des sites, utilisateurs et configurations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Regroupement des utilisateurs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PlaceHolder 2"/>
          <p:cNvSpPr>
            <a:spLocks noGrp="1"/>
          </p:cNvSpPr>
          <p:nvPr>
            <p:ph/>
          </p:nvPr>
        </p:nvSpPr>
        <p:spPr>
          <a:xfrm>
            <a:off x="534600" y="194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1111"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utilisateurs peuvent optionnellement être associés à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</a:t>
            </a: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organisations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structure hiérarchique métier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Par exemple : Direction, Département, Filiale, Equipe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Peut contenir des utilisateurs ou des sous-organisation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Modélise l’entreprise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</a:t>
            </a: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groupes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Un groupe transversal non hiérarchique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Par exemple : Rédacteur, Chef de projet, etc..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Sert à affecter des rôles en masse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Simplifie la gestion des utilisateurs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Rôle et permissions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PlaceHolder 2"/>
          <p:cNvSpPr>
            <a:spLocks noGrp="1"/>
          </p:cNvSpPr>
          <p:nvPr>
            <p:ph/>
          </p:nvPr>
        </p:nvSpPr>
        <p:spPr>
          <a:xfrm>
            <a:off x="534600" y="1983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utilisateur n’a pas de droits en direct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droits sont toujours portés par des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rôles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même utilisateur peut jouer plusieurs rôles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rôle est un ensemble de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permissions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permissions définissent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Ce que l’on peut faire (voir, créer, modifier…)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Sur quoi (site, page, contenu, application)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Principaux types de rôles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PlaceHolder 2"/>
          <p:cNvSpPr>
            <a:spLocks noGrp="1"/>
          </p:cNvSpPr>
          <p:nvPr>
            <p:ph/>
          </p:nvPr>
        </p:nvSpPr>
        <p:spPr>
          <a:xfrm>
            <a:off x="534600" y="1947960"/>
            <a:ext cx="9621360" cy="52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 lnSpcReduction="10000"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L’interface Liferay distingue plusieurs types de rôles,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chacun avec une portée précise.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Rôles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réguliers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(Regular Roles)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Portée : Globale à la Company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Usage : Accès à l’administration, Accès transversal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Rôles de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site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(Site Roles)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Portée : Limitée à un site donné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Usage : Droits sur les pages, contenus, staging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Exemples : Administrateur de site, Éditeur, Contributeur, 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Membre du site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Rôles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d’organisation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(Organization Roles)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Portée : Limitée à une organisation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Usage : Gestion des utilisateurs d’une entité métier, 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Délégation administrative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Exemple : Administrateur d’organisation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sites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9999" lnSpcReduction="10000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Un </a:t>
            </a:r>
            <a:r>
              <a:rPr b="1" lang="fr-FR" sz="2800" spc="-1" strike="noStrike">
                <a:solidFill>
                  <a:srgbClr val="1a2fad"/>
                </a:solidFill>
                <a:latin typeface="Calibri"/>
              </a:rPr>
              <a:t>site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Liferay est un espace fonctionnel autonome qui regroupe des pages, des contenus et des utilisateurs, avec ses propres règles d’accès et de publication.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Structure le portail en domaines fonctionnels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Sépare espaces publics et privés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Gère le multilingue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Définit des équipes locales, incluant des attributions (rôles)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Accueille des contenus spécifiques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Types de Sites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8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090b5e"/>
                </a:solidFill>
                <a:latin typeface="Calibri"/>
              </a:rPr>
              <a:t>Sites Publics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Visibles par tous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Pages publiques / navigation publique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090b5e"/>
                </a:solidFill>
                <a:latin typeface="Calibri"/>
              </a:rPr>
              <a:t>Sites Privés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Accessibles seulement à un sous-ensemble d’utilisateurs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090b5e"/>
                </a:solidFill>
                <a:latin typeface="Calibri"/>
              </a:rPr>
              <a:t>Site Global (Global Group)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Contenus transverses, tags globaux, documents partagés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090b5e"/>
                </a:solidFill>
                <a:latin typeface="Calibri"/>
              </a:rPr>
              <a:t>Sites Organisationnels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Liés aux structures hiérarchiques de l’entreprise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Tables BD d’un Site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506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</a:rPr>
              <a:t>Table Group_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: </a:t>
            </a:r>
            <a:br>
              <a:rPr sz="1600"/>
            </a:b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Représente un </a:t>
            </a:r>
            <a:r>
              <a:rPr b="1" lang="fr-FR" sz="1600" spc="-1" strike="noStrike">
                <a:solidFill>
                  <a:srgbClr val="090b5e"/>
                </a:solidFill>
                <a:latin typeface="Calibri"/>
              </a:rPr>
              <a:t>site, un espace, une communauté ou une organisation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. La colonne 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classNameId + le champ type permettent d’identifier qu’il s’agit d’un Site.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</a:rPr>
              <a:t>Table Layout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 : Chaque entrée correspond à une </a:t>
            </a:r>
            <a:r>
              <a:rPr b="1" lang="fr-FR" sz="1600" spc="-1" strike="noStrike">
                <a:solidFill>
                  <a:srgbClr val="090b5e"/>
                </a:solidFill>
                <a:latin typeface="Calibri"/>
              </a:rPr>
              <a:t>page (publique ou privée)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. Contient 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les informations structurelles : URL, template, widgets placés, hiérarchie…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</a:rPr>
              <a:t>Table LayoutSet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 : Définit </a:t>
            </a:r>
            <a:r>
              <a:rPr b="1" lang="fr-FR" sz="1600" spc="-1" strike="noStrike">
                <a:solidFill>
                  <a:srgbClr val="090b5e"/>
                </a:solidFill>
                <a:latin typeface="Calibri"/>
              </a:rPr>
              <a:t>un ensemble de pages publiques ou privées pour un site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. 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Stocke aussi le thème, le look &amp; feel, les paramètres globaux du page set.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</a:rPr>
              <a:t>Table JournalArticle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 : Stocke les </a:t>
            </a:r>
            <a:r>
              <a:rPr b="1" lang="fr-FR" sz="1600" spc="-1" strike="noStrike">
                <a:solidFill>
                  <a:srgbClr val="090b5e"/>
                </a:solidFill>
                <a:latin typeface="Calibri"/>
              </a:rPr>
              <a:t>Web Contents (articles CMS)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. Contient le XML/JSON 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du contenu + métadonnées.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  <a:ea typeface="Noto Sans CJK SC"/>
              </a:rPr>
              <a:t>Table DLFileEntry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Chaque ligne = un document avec ses métadonnées, versions liées, 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  <a:ea typeface="Noto Sans CJK SC"/>
              </a:rPr>
              <a:t>fichiers binaires en stockage. 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  <a:ea typeface="Noto Sans CJK SC"/>
              </a:rPr>
              <a:t>Comprendre ces tables aide à diagnostiquer les erreurs (pages corrompues, URLs cassées, 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  <a:ea typeface="Noto Sans CJK SC"/>
              </a:rPr>
              <a:t>droits incohérents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Master Pages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507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 lnSpcReduction="10000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Comparable à un “</a:t>
            </a:r>
            <a:r>
              <a:rPr b="1" lang="fr-FR" sz="2100" spc="-1" strike="noStrike">
                <a:solidFill>
                  <a:srgbClr val="090b5e"/>
                </a:solidFill>
                <a:latin typeface="Calibri"/>
              </a:rPr>
              <a:t>gabarit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”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En-tête commun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Pied de page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Éléments répétés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Structure globale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Utilisée pour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Harmoniser plusieurs pages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Déléguer aux équipes métiers la création des pages sans toucher au template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On démarre avec une Master Page : Page vierge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Lors de la création de la page on choisit son gabarit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Création via le menu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c9211e"/>
                </a:solidFill>
                <a:latin typeface="Calibri"/>
              </a:rPr>
              <a:t>Conception – Modèles de pages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Pages de contenu dans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506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090b5e"/>
                </a:solidFill>
                <a:latin typeface="Calibri"/>
              </a:rPr>
              <a:t>Widget Pages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Pages historiques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Contiennent des portlets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Mise en page via colonnes / layout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Extrêmement flexibles pour du développement custom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= &gt; Idéal pour les pages dynamiques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090b5e"/>
                </a:solidFill>
                <a:latin typeface="Calibri"/>
              </a:rPr>
              <a:t>Content Pages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Pages créées avec l’éditeur visuel (React)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Basées sur les fragments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Responsive natif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Pas de portlets par défaut (mais portlets utilisables via fragments portlets)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= &gt; Idéal pour les pages de contenu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Widget Pages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506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Les </a:t>
            </a: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Widget Pages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sont le modèle historique de Liferay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Basées sur des portlets (applications)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Mise en page via layouts en colonnes (1, 2, 3 colonnes, etc.)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Chaque zone de la page accueille une ou plusieurs portlets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Adaptées aux applications métier et écrans riches (portlets 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custom, listes, formulaires)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Compatibles avec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permissions fines par portlet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configuration par instance (préférences portlet)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personnalisation utilisateur (ajout/retrait de portlets si 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autorisé)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Content Pages : avantages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Éditeur visuel riche : drag &amp; drop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Aucune compétence technique nécessaire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Reposent sur des fragments réutilisables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Personnalisation par audience (segments)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Intégration des contenus web, media, formulaires Liferay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Recommandé pour les sites CMS modernes.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Structure des pages dans Liferay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Une page est définie par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une Friendly URL (ex : /actualites)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un layout (1 colonne, 2 colonnes, vide…)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une template de base (master page)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des permissions propres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Friendly URLs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Chaque page possède une URL lisible. Exemples :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i="1" lang="fr-FR" sz="1600" spc="-1" strike="noStrike">
                <a:solidFill>
                  <a:srgbClr val="000000"/>
                </a:solidFill>
                <a:latin typeface="Calibri"/>
              </a:rPr>
              <a:t>/produits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i="1" lang="fr-FR" sz="1600" spc="-1" strike="noStrike">
                <a:solidFill>
                  <a:srgbClr val="000000"/>
                </a:solidFill>
                <a:latin typeface="Calibri"/>
              </a:rPr>
              <a:t>/contact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i="1" lang="fr-FR" sz="1600" spc="-1" strike="noStrike">
                <a:solidFill>
                  <a:srgbClr val="000000"/>
                </a:solidFill>
                <a:latin typeface="Calibri"/>
              </a:rPr>
              <a:t>/a-propos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Caractéristiques :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Automatiques mais modifiables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Déclinables par langue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Influencent le SEO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Uniques dans leur ensemble (public ou privé)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Arial"/>
              </a:rPr>
              <a:t>Display Pages (Pages de présentation)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506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Les </a:t>
            </a:r>
            <a:r>
              <a:rPr b="1" lang="fr-FR" sz="3200" spc="-1" strike="noStrike">
                <a:solidFill>
                  <a:srgbClr val="090b5e"/>
                </a:solidFill>
                <a:latin typeface="Calibri"/>
              </a:rPr>
              <a:t>display pages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 servent à afficher un 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contenu individuel (ex : un article de blog, 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un événement, une actualité).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Elles sont reliées à une structure de 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contenu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Sélectionnées automatiquement par Asset 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Publisher ou widgets équivalents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Permettent un site complètement 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headless-friendly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c9211e"/>
                </a:solidFill>
                <a:latin typeface="Calibri"/>
              </a:rPr>
              <a:t>Conception – Modèles de page – Modèles de page </a:t>
            </a:r>
            <a:r>
              <a:rPr b="1" i="1" lang="fr-FR" sz="2400" spc="-1" strike="noStrike">
                <a:solidFill>
                  <a:srgbClr val="c9211e"/>
                </a:solidFill>
                <a:latin typeface="Calibri"/>
              </a:rPr>
              <a:t>d’affichage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Redirections et gestion avancée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Possibilités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Redirection vers une URL externe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Redirection vers une autre page du portail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Redirection conditionnelle (Audience Targeting)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Masquer la page dans le menu tout en la laissant accessible via son URL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c9211e"/>
                </a:solidFill>
                <a:latin typeface="Calibri"/>
              </a:rPr>
              <a:t>Nouvelle Page – URL ou Lien vers une page interne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Navigation dans un Site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888" lnSpcReduction="10000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La navigation repose sur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La hiérarchie des pages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La visibilité des pages (public/privé, permissions)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Les menus de navigation configurables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Les “friendly URLs”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Gestion de la hiérarchie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333" lnSpcReduction="20000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Dans l’UI : </a:t>
            </a:r>
            <a:r>
              <a:rPr b="1" i="1" lang="fr-FR" sz="2800" spc="-1" strike="noStrike">
                <a:solidFill>
                  <a:srgbClr val="c9211e"/>
                </a:solidFill>
                <a:latin typeface="Calibri"/>
              </a:rPr>
              <a:t>Créateur de site – Page de site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Glisser-déposer une page pour changer sa position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Créer des sous-pages pour organiser l'information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Utiliser des pages “conteneurs” non affichées pour structurer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Bonne pratique : Ne jamais créer des dizaines de pages à la racine : segmenter !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Permissions sur les pages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Chaque page peut définir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Qui peut voir la page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Qui peut modifier la page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Qui peut ajouter des sous-pages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Qui peut gérer les applications / fragments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Les </a:t>
            </a: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permissions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sont gérées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au niveau site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au niveau page individuelle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via rôles généraux ou rôles de site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Menus de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543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Deux possibilités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1. Navigation automatique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Basée sur l’arborescence des pages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Recommandée pour sites simples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2. Navigation manuelle  </a:t>
            </a:r>
            <a:r>
              <a:rPr b="1" i="1" lang="fr-FR" sz="2000" spc="-1" strike="noStrike">
                <a:solidFill>
                  <a:srgbClr val="c9211e"/>
                </a:solidFill>
                <a:latin typeface="Calibri"/>
              </a:rPr>
              <a:t>Créateur de site – Menu de navigation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Menus personnalisés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Possibilité de mélanger pages, URLs externes, catégories CMS, etc.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Les menus sont affichés via un fragment de navigation ou un widget Navigation Menu souvent placé dans une Master Page (header)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Organisation recommandée d’un Site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Pour un projet d’entreprise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1 site principal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1 site “documentation / DM” si volumétrique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Pages limitées et hiérarchisées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Master pages pour tout le site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Display pages pour tous les contenus importants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Portlets seulement si besoin métier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Éviter les pièges 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Trop de pages à la racine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Navigation manuelle pour tout → maintenance lourde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Master pages complexes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Mélanger Content Pages et Widget Pages sans logique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"/>
          <p:cNvSpPr/>
          <p:nvPr/>
        </p:nvSpPr>
        <p:spPr>
          <a:xfrm>
            <a:off x="612000" y="6840000"/>
            <a:ext cx="3259080" cy="42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2 : Site, Page, Navigation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Panorama Liferay DXP / Portal 7.4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Installation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Site, pages,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CMS : web content, templates, documents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CMS de Liferay : un socle central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52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Le CMS intégré permet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La gestion de contenus multilingues</a:t>
            </a:r>
            <a:br>
              <a:rPr sz="2200"/>
            </a:b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1" i="1" lang="fr-FR" sz="2200" spc="-1" strike="noStrike">
                <a:solidFill>
                  <a:srgbClr val="c9211e"/>
                </a:solidFill>
                <a:latin typeface="Calibri"/>
              </a:rPr>
              <a:t>Site Settings → Languages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La création de contenus structurés via </a:t>
            </a:r>
            <a:r>
              <a:rPr b="0" i="1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Structures &amp; Templates</a:t>
            </a:r>
            <a:br>
              <a:rPr sz="2200"/>
            </a:br>
            <a:r>
              <a:rPr b="1" i="1" lang="fr-FR" sz="2200" spc="-1" strike="noStrike">
                <a:solidFill>
                  <a:srgbClr val="c9211e"/>
                </a:solidFill>
                <a:latin typeface="Calibri"/>
                <a:ea typeface="Noto Sans CJK SC"/>
              </a:rPr>
              <a:t>Contenu  → Contenu Web  → Structure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La gestion documentaire (DM)</a:t>
            </a:r>
            <a:br>
              <a:rPr sz="2200"/>
            </a:br>
            <a:r>
              <a:rPr b="1" i="1" lang="fr-FR" sz="2200" spc="-1" strike="noStrike">
                <a:solidFill>
                  <a:srgbClr val="c9211e"/>
                </a:solidFill>
                <a:latin typeface="Calibri"/>
                <a:ea typeface="Noto Sans CJK SC"/>
              </a:rPr>
              <a:t>Contenu  → Document et média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L’organisation de l’information grâce à la taxonomie (tags / catégories)</a:t>
            </a:r>
            <a:br>
              <a:rPr sz="2200"/>
            </a:br>
            <a:r>
              <a:rPr b="1" i="1" lang="fr-FR" sz="2200" spc="-1" strike="noStrike">
                <a:solidFill>
                  <a:srgbClr val="c9211e"/>
                </a:solidFill>
                <a:latin typeface="Calibri"/>
                <a:ea typeface="Noto Sans CJK SC"/>
              </a:rPr>
              <a:t>Catégorisation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La publication dynamique (Asset Publisher, Fragments, Display Pages)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L'intégration workflow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Liferay est à la fois un CMS et un framework applicatif.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Architecture CMS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8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Un contenu publié dans Liferay peut être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Un contenu Web (article HTML, texte, actualité…)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Un contenu structuré : Structure + Template 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Un Document &amp; Media File (image, PDF, vidéo)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Un Asset personnalisé (ex : Event, produit…)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43200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Tous ces éléments sont des </a:t>
            </a:r>
            <a:r>
              <a:rPr b="1" lang="fr-FR" sz="2100" spc="-1" strike="noStrike">
                <a:solidFill>
                  <a:srgbClr val="090b5e"/>
                </a:solidFill>
                <a:latin typeface="Calibri"/>
                <a:ea typeface="Noto Sans CJK SC"/>
              </a:rPr>
              <a:t>Assets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, réutilisables dans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Fragments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Widgets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Display Pages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Search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Asset Publisher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200" spc="-1" strike="noStrike">
                <a:solidFill>
                  <a:srgbClr val="000000"/>
                </a:solidFill>
                <a:latin typeface="Arial"/>
              </a:rPr>
              <a:t>Web Content : définition</a:t>
            </a:r>
            <a:endParaRPr b="0" lang="fr-F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333" lnSpcReduction="10000"/>
          </a:bodyPr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Un </a:t>
            </a:r>
            <a:r>
              <a:rPr b="1" lang="fr-FR" sz="2400" spc="-1" strike="noStrike">
                <a:solidFill>
                  <a:srgbClr val="090b5e"/>
                </a:solidFill>
                <a:latin typeface="Calibri"/>
              </a:rPr>
              <a:t>contenu web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est un contenu textuel ou HTML pouvant contenir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du texte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des images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des vidéos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des variables dynamiques (si structure)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de la mise en forme simple ou avancée (éditeur wysiwyg)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Il constitue l’unité de contenu principale dans un site Liferay.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Web Content : types et usages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507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Utilisations classiques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Actualités / communiqués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Pages institutionnelles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Blocs éditoriaux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Contenu multilingue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Bannière /  snippet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43200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Stockage basé sur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Table </a:t>
            </a:r>
            <a:r>
              <a:rPr b="0" i="1" lang="fr-FR" sz="2200" spc="-1" strike="noStrike">
                <a:solidFill>
                  <a:srgbClr val="000000"/>
                </a:solidFill>
                <a:latin typeface="Calibri"/>
              </a:rPr>
              <a:t>JournalArticle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Versioning intégré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Workflow optionnel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Création d’un Web Content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8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Étapes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Aller dans </a:t>
            </a:r>
            <a:r>
              <a:rPr b="1" i="1" lang="fr-FR" sz="2000" spc="-1" strike="noStrike">
                <a:solidFill>
                  <a:srgbClr val="c9211e"/>
                </a:solidFill>
                <a:latin typeface="Calibri"/>
                <a:ea typeface="Noto Sans CJK SC"/>
              </a:rPr>
              <a:t>Site &gt; Contenu &gt; Web Content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Cliquer </a:t>
            </a:r>
            <a:r>
              <a:rPr b="1" i="1" lang="fr-FR" sz="2000" spc="-1" strike="noStrike">
                <a:solidFill>
                  <a:srgbClr val="c9211e"/>
                </a:solidFill>
                <a:latin typeface="Calibri"/>
                <a:ea typeface="Noto Sans CJK SC"/>
              </a:rPr>
              <a:t>Add &gt; Basic Web Content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Renseigner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Titre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Langues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Contenu (éditeur HTML)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Publier ou démarrer un workflow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Le contenu peut ensuite être affiché via un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fragment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ou un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widget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200" spc="-1" strike="noStrike">
                <a:solidFill>
                  <a:srgbClr val="000000"/>
                </a:solidFill>
                <a:latin typeface="Arial"/>
              </a:rPr>
              <a:t>Intégration d’un contenu dans une page</a:t>
            </a:r>
            <a:endParaRPr b="0" lang="fr-F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Deux possibilités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Widget “Web Content Display”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Sélection d’un contenu unique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Simple et direct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Fragments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Utiliser un fragment “contenu web” dans une page de contenu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Choisir le contenu directement dans l’éditeur visuel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Mise en forme plus flexible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Approche moderne et responsive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Structures 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Avantages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Séparer contenu et mise en forme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Éviter le HTML dans les contenus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Garantir l’homogénéité : toutes les actualités ont le même modèle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Publication automatisée via Asset Publisher ou Display Page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Réutilisation multi-sites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Multilingue propre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Structure : le modèle de données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Une structure définit les champs d’un contenu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Image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Date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Sélecteur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Géolocalisation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Liste dynamique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Rich Text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Champs répétés (repeatable fields)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Les structures sont stockées dans la table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DDMStructure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Template : le rendu d’un contenu (FreeMarker)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Un template définit comment afficher le contenu dans un widget: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HTML + FTL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Accès aux champs via ${fieldName.getData()}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Mise en forme personnalisée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Intégration CSS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Conditionnels, boucles, formats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Les templates sont stockés dans la table </a:t>
            </a:r>
            <a:r>
              <a:rPr b="0" i="1" lang="fr-FR" sz="2100" spc="-1" strike="noStrike">
                <a:solidFill>
                  <a:srgbClr val="000000"/>
                </a:solidFill>
                <a:latin typeface="Calibri"/>
              </a:rPr>
              <a:t>DDMTemplate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Un template FreeMarker ne crée pas de page :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il définit uniquement le rendu d’un contenu à l’intérieur d’un widget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Exemple structure + template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666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Structure “Actualité”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titre (text)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image (image)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résumé (text)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corps (rich text)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datePublication (date)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alibri"/>
              </a:rPr>
              <a:t>Template free marker: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&lt;h1&gt;${titre.getData()}&lt;/h1&gt;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&lt;img src="${image.getData()}" /&gt;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&lt;p class="summary"&gt;${resume.getData()}&lt;/p&gt;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&lt;div class="content"&gt;${corps.getData()}&lt;/div&gt;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&lt;small&gt;Publié le ${datePublication.getData()}&lt;/small&gt;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Publication automatisée via Display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10000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Une structure peut être liée à un </a:t>
            </a:r>
            <a:r>
              <a:rPr b="1" lang="fr-FR" sz="2800" spc="-1" strike="noStrike">
                <a:solidFill>
                  <a:srgbClr val="090b5e"/>
                </a:solidFill>
                <a:latin typeface="Calibri"/>
              </a:rPr>
              <a:t>modèle de page d’affichage (Display Page)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L’utilisateur crée un contenu → il est automatiquement associé à une page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URL dédiée par contenu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Idéal pour blogs, actualités, produits, FAQ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Fragments de page = design flexible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La Display Page est une vraie page, construite avec des fragments, qui remplace avantageusement les templates FreeMarker pour l’affichage détaillé d’une structure.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PlaceHolder 1"/>
          <p:cNvSpPr>
            <a:spLocks noGrp="1"/>
          </p:cNvSpPr>
          <p:nvPr>
            <p:ph type="title"/>
          </p:nvPr>
        </p:nvSpPr>
        <p:spPr>
          <a:xfrm>
            <a:off x="1090800" y="486720"/>
            <a:ext cx="8507880" cy="113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Structure, Template ou Display Page : quand utiliser quoi ?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Définir les champs d’un contenu : </a:t>
            </a:r>
            <a:br>
              <a:rPr sz="3200"/>
            </a:br>
            <a:r>
              <a:rPr b="1" lang="fr-FR" sz="3200" spc="-1" strike="noStrike">
                <a:solidFill>
                  <a:srgbClr val="000000"/>
                </a:solidFill>
                <a:latin typeface="Arial"/>
              </a:rPr>
              <a:t>Structure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Rendu dans un widget (liste, bloc) :</a:t>
            </a:r>
            <a:br>
              <a:rPr sz="3200"/>
            </a:br>
            <a:r>
              <a:rPr b="1" lang="fr-FR" sz="3200" spc="-1" strike="noStrike">
                <a:solidFill>
                  <a:srgbClr val="000000"/>
                </a:solidFill>
                <a:latin typeface="Arial"/>
              </a:rPr>
              <a:t>Template FreeMarker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Page dédiée avec URL, SEO, navigation :</a:t>
            </a:r>
            <a:br>
              <a:rPr sz="3200"/>
            </a:br>
            <a:r>
              <a:rPr b="1" lang="fr-FR" sz="3200" spc="-1" strike="noStrike">
                <a:solidFill>
                  <a:srgbClr val="000000"/>
                </a:solidFill>
                <a:latin typeface="Arial"/>
              </a:rPr>
              <a:t>Display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Site moderne / CMS : </a:t>
            </a:r>
            <a:br>
              <a:rPr sz="3200"/>
            </a:br>
            <a:r>
              <a:rPr b="1" lang="fr-FR" sz="3200" spc="-1" strike="noStrike">
                <a:solidFill>
                  <a:srgbClr val="000000"/>
                </a:solidFill>
                <a:latin typeface="Arial"/>
              </a:rPr>
              <a:t>Structure + Display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Documents &amp; Media : rôle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507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Module de gestion documentaire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Stockage d’images, PDF, vidéos, archives…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Arborescence (dossiers, sous-dossiers)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Prévisualisation automatique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Versioning natif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Métadonnées personnalisées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Permissions granulaire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Publication via fragments, widgets ou URLs publiques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200" spc="-1" strike="noStrike">
                <a:solidFill>
                  <a:srgbClr val="000000"/>
                </a:solidFill>
                <a:latin typeface="Arial"/>
              </a:rPr>
              <a:t>Méta-données et Taxonomie</a:t>
            </a:r>
            <a:endParaRPr b="0" lang="fr-F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Chaque document peut avoir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Tags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Catégories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Métadonnées spécifiques (ex : type de facture, client, date)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Informations techniques (MIME, taille, checksum)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Récupération d’un document dans une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Méthodes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600" spc="-1" strike="noStrike">
                <a:solidFill>
                  <a:srgbClr val="c9211e"/>
                </a:solidFill>
                <a:latin typeface="Calibri"/>
              </a:rPr>
              <a:t>Fragment “Image” → choisir un document</a:t>
            </a:r>
            <a:br>
              <a:rPr sz="2600"/>
            </a:b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Liferay gère le responsive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c9211e"/>
                </a:solidFill>
                <a:latin typeface="Calibri"/>
              </a:rPr>
              <a:t>Fragment “Content”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</a:t>
            </a:r>
            <a:br>
              <a:rPr sz="2600"/>
            </a:b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Utiliser des documents comme assets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c9211e"/>
                </a:solidFill>
                <a:latin typeface="Calibri"/>
              </a:rPr>
              <a:t>Widget Document &amp; Media </a:t>
            </a:r>
            <a:br>
              <a:rPr sz="2600"/>
            </a:b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affichage de dossiers complets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URL publique (si activée)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Bonnes pratiques Documents &amp; Media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Organiser en dossiers logiques (éviter un dossier “images” avec 1000 éléments)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Utiliser catégories + métadonnées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Activer les permissions selon usage (édition restreinte)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Préférer WebP/JPEG optimisés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Séparer contenus éditoriaux / fichiers techniques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Tags vs Catégories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506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6666"/>
          </a:bodyPr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lang="fr-FR" sz="3600" spc="-1" strike="noStrike">
                <a:solidFill>
                  <a:srgbClr val="090b5e"/>
                </a:solidFill>
                <a:latin typeface="Calibri"/>
              </a:rPr>
              <a:t>Tags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Libres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Créés par les utilisateurs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Permettent un regroupement ponctuel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Utiles pour le filtrage dans Asset Publisher ou Search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lang="fr-FR" sz="3600" spc="-1" strike="noStrike">
                <a:solidFill>
                  <a:srgbClr val="090b5e"/>
                </a:solidFill>
                <a:latin typeface="Calibri"/>
              </a:rPr>
              <a:t>Catégories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Organisées dans des vocabulaires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Contrôlées (taxonomie métier)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Permettent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Segmentation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récupération personnalisée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création d’automatisations (display page conditionnelle)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"/>
          <p:cNvSpPr/>
          <p:nvPr/>
        </p:nvSpPr>
        <p:spPr>
          <a:xfrm>
            <a:off x="196560" y="6840000"/>
            <a:ext cx="3259080" cy="42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3 : CMS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Administration &amp; Exploitation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Base de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– logs, sessions,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Exploitation des modules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Patching DXP / mises à jour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Environnements, staging, import/export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Organisation générale de la base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La base Liferay est composée de quatre grands ensembles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romanUcParenR"/>
              <a:tabLst>
                <a:tab algn="l" pos="0"/>
              </a:tabLst>
            </a:pPr>
            <a:r>
              <a:rPr b="0" lang="fr-FR" sz="2200" spc="-1" strike="noStrike" u="sng">
                <a:solidFill>
                  <a:srgbClr val="000000"/>
                </a:solidFill>
                <a:uFillTx/>
                <a:latin typeface="Calibri"/>
              </a:rPr>
              <a:t>Données cœur du portail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 : users, roles, groups, permissions, layouts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romanUcParenR"/>
              <a:tabLst>
                <a:tab algn="l" pos="0"/>
              </a:tabLst>
            </a:pPr>
            <a:r>
              <a:rPr b="0" lang="fr-FR" sz="2200" spc="-1" strike="noStrike" u="sng">
                <a:solidFill>
                  <a:srgbClr val="000000"/>
                </a:solidFill>
                <a:uFillTx/>
                <a:latin typeface="Calibri"/>
              </a:rPr>
              <a:t>Modules standards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(CMS, Documents &amp; Media, Blogs, etc.)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romanUcParenR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200" spc="-1" strike="noStrike" u="sng">
                <a:solidFill>
                  <a:srgbClr val="000000"/>
                </a:solidFill>
                <a:uFillTx/>
                <a:latin typeface="Calibri"/>
              </a:rPr>
              <a:t>Configuration et métadonnées système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romanUcParenR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200" spc="-1" strike="noStrike" u="sng">
                <a:solidFill>
                  <a:srgbClr val="000000"/>
                </a:solidFill>
                <a:uFillTx/>
                <a:latin typeface="Calibri"/>
              </a:rPr>
              <a:t>Données applicatives personnalisées 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(Service Builder)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Liferay applique systématiquement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une gestion stricte des clés (companyId, groupId, userId)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un modèle multi-tenant intégré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trois identifiants fondamentaux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Ces 3 colonnes sont présentes dans presque toutes les tables Liferay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companyId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identifie l’instance Liferay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groupId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identifie un site, une communauté, un scope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userId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identifie l’utilisateur ayant créé / modifié la ressource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Compréhension obligatoire pour diagnostiquer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contenu invisible (mauvais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groupId ?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erreurs de permission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duplications ou conflits de Site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Company, Groupes, Pages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8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6111"/>
          </a:bodyPr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Table Company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Représente l’instance Liferay (tenant)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Contient le nom du portail (ex. Portail des événements)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Porte le branding global (nom, domaine, configuration générale)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67"/>
              </a:spcBef>
              <a:buNone/>
              <a:tabLst>
                <a:tab algn="l" pos="0"/>
              </a:tabLst>
            </a:pP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Table Group_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Représente un conteneur de ressources (documents, rôles, permissions, contenus). Un site Liferay est un conteneur de ressources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Lié à la table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Company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via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companyId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Table LayoutSet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Représente la configuration d’un ensemble de pages pour un site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Toujours 2 enregistrements par site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pages publiques (privateLayout = false)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pages privées (privateLayout = true, héritage historique)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Porte les paramètres globaux : thème, logo, CSS, paramètres communs aux pages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Pages (Layouts)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Table : Layout 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représente</a:t>
            </a:r>
            <a:r>
              <a:rPr b="1" lang="fr-FR" sz="20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une page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Colonnes clés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plid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ID de la page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groupId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site auquel la page appartient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privateLayout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→ booléen : page publique ou privée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friendlyURL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parentLayoutId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hiérarchie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type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widget / content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hidden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page non affichée dans navigation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Diagnostics utiles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page non visible → vérifier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hidden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ou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typeSettings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URL cassée → vérifier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friendlyURL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PlaceHolder 1"/>
          <p:cNvSpPr>
            <a:spLocks noGrp="1"/>
          </p:cNvSpPr>
          <p:nvPr>
            <p:ph type="title"/>
          </p:nvPr>
        </p:nvSpPr>
        <p:spPr>
          <a:xfrm>
            <a:off x="1090800" y="78660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3600" spc="-1" strike="noStrike">
                <a:solidFill>
                  <a:srgbClr val="000000"/>
                </a:solidFill>
                <a:latin typeface="Arial"/>
              </a:rPr>
              <a:t>Utilisateurs, Organisations et Groupes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8743" lnSpcReduction="10000"/>
          </a:bodyPr>
          <a:p>
            <a:pPr marL="216000" indent="-216000"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L'Utilisateur (</a:t>
            </a: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User_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) : L'entité centrale (compte, email, mot de passe).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Chaque utilisateur possède automatiquement son propre espace de pages (dans la table Group_).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L'Organisation (</a:t>
            </a: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Organization_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Structure hiérarchique (Parent/Enfant) reflétant souvent l'organigramme de l'entreprise.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Un utilisateur peut appartenir à plusieurs organisations.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0">
              <a:spcBef>
                <a:spcPts val="1134"/>
              </a:spcBef>
              <a:buNone/>
            </a:pP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Groupe d'Utilisateurs (</a:t>
            </a: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UserGroup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Regroupement transverse (ex: "Tous les chefs de projet").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Contrairement à l'organisation, il n'y a pas de hiérarchie stricte, c'est un ensemble "plat".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rôles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740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3 Types de Rôles (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Role_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0c32cf"/>
                </a:solidFill>
                <a:latin typeface="Arial"/>
              </a:rPr>
              <a:t>Rôle Régulier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Global à toute l'instance (ex: Administrateur, Utilisateur).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0c32cf"/>
                </a:solidFill>
                <a:latin typeface="Arial"/>
              </a:rPr>
              <a:t>Rôle de Site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Droits valables uniquement au sein d'un site spécifique (ex: Gestionnaire de contenu de site).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0c32cf"/>
                </a:solidFill>
                <a:latin typeface="Arial"/>
              </a:rPr>
              <a:t>Rôle d'Organisation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Droits valables uniquement au sein d'une organisation.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rôles réguliers sont associés aux utilisateurs via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Users_Roles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, 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rôles contextuels via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UserGroupRole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0">
              <a:spcBef>
                <a:spcPts val="1134"/>
              </a:spcBef>
              <a:buNone/>
            </a:pP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Permissions sur les ressources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4992"/>
          </a:bodyPr>
          <a:p>
            <a:pPr marL="432000" indent="-324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Dans Liferay, tout est ressource (une Page, un Document, un Portlet, un Article, une entité).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La table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ResourcePermission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définit l'accès en croisant 3 données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La Ressource : Quel objet est protégé ? (</a:t>
            </a: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name + primKey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Rôle : Qui possède le droit ? (</a:t>
            </a: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roleId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). (global ou contextuel)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L'Action : Que peut-il faire ? (</a:t>
            </a: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actionIds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Voir, Modifier, Configurer, etc.) sous forme de bitmask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15000"/>
              </a:lnSpc>
              <a:spcAft>
                <a:spcPts val="850"/>
              </a:spcAft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Exemple :  Quand un utilisateur tente d'accéder à une page, Liferay vérifie si l'un des rôles de l'utilisateur possède la permission VIEW sur la ressource Layout.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Permissions : tables critiques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Tables liées au permissions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355269"/>
                </a:solidFill>
                <a:latin typeface="Calibri"/>
              </a:rPr>
              <a:t>ResourceAction 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: Liste des actions possibles (VIEW, UPDATE…)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355269"/>
                </a:solidFill>
                <a:latin typeface="Calibri"/>
              </a:rPr>
              <a:t>ResourcePermission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 : Autorisation sur des instance précise.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Exemple : Tel rôle a le droit de voir telle page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355269"/>
                </a:solidFill>
                <a:latin typeface="Calibri"/>
              </a:rPr>
              <a:t>ResourceTypePermission 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: Permissions par type de ressource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Exemple ; Tel rôle a le droit de créer telle ressource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Diagnostic classique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Contenu invisible → vérifier </a:t>
            </a:r>
            <a:r>
              <a:rPr b="0" i="1" lang="fr-FR" sz="2100" spc="-1" strike="noStrike">
                <a:solidFill>
                  <a:srgbClr val="000000"/>
                </a:solidFill>
                <a:latin typeface="Calibri"/>
              </a:rPr>
              <a:t>ResourcePermission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 + rôle utilisateur.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Table du CMS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511ac"/>
                </a:solidFill>
                <a:latin typeface="Calibri"/>
              </a:rPr>
              <a:t>JournalArticle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 : Contenu (toutes versions)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511ac"/>
                </a:solidFill>
                <a:latin typeface="Calibri"/>
              </a:rPr>
              <a:t>JournalArticleLocalization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 : Multilingue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511ac"/>
                </a:solidFill>
                <a:latin typeface="Calibri"/>
              </a:rPr>
              <a:t>JournalFolder 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: Arborescence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511ac"/>
                </a:solidFill>
                <a:latin typeface="Calibri"/>
              </a:rPr>
              <a:t>DDMStructure 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: Structure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511ac"/>
                </a:solidFill>
                <a:latin typeface="Calibri"/>
              </a:rPr>
              <a:t>DDMTemplate 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: Template Freemarker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Points clés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Un Web Content possède plusieurs versions (version)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Le champ </a:t>
            </a:r>
            <a:r>
              <a:rPr b="0" i="1" lang="fr-FR" sz="2400" spc="-1" strike="noStrike">
                <a:solidFill>
                  <a:srgbClr val="000000"/>
                </a:solidFill>
                <a:latin typeface="Calibri"/>
              </a:rPr>
              <a:t>resourcePrimKey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relie toutes les versions entre elles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Workflow géré via </a:t>
            </a:r>
            <a:r>
              <a:rPr b="0" i="1" lang="fr-FR" sz="2400" spc="-1" strike="noStrike">
                <a:solidFill>
                  <a:srgbClr val="000000"/>
                </a:solidFill>
                <a:latin typeface="Calibri"/>
              </a:rPr>
              <a:t>status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+ </a:t>
            </a:r>
            <a:r>
              <a:rPr b="0" i="1" lang="fr-FR" sz="2400" spc="-1" strike="noStrike">
                <a:solidFill>
                  <a:srgbClr val="000000"/>
                </a:solidFill>
                <a:latin typeface="Calibri"/>
              </a:rPr>
              <a:t>statusByUserId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Documents &amp; Media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DLFileEntry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Métadonnées document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DLFileVersion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Versioning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DLFolder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Dossiers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DLFileEntryMetadata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Métadonnées personnalisées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Repository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Dépôts externes (CMIS, S3…)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Diagnostics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Document invisible → mauvais groupId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Mauvaise version → vérifier DLFileVersion.isLatest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"/>
          <p:cNvSpPr/>
          <p:nvPr/>
        </p:nvSpPr>
        <p:spPr>
          <a:xfrm>
            <a:off x="196560" y="6840000"/>
            <a:ext cx="3259080" cy="42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4 : Tables de la BD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Administration &amp; Exploitation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Base de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Configuration logs, sessions, OSGI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Exploitation des modules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Patching DXP / mises à jour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Environnements, staging, import/export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Deux niveaux de configuration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1. Configuration </a:t>
            </a: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globale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Options de la JVM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Fichiers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portal-ext.properties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Paramètres haute disponibilité / cluster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LDAP / SSO / Proxy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2. Configuration </a:t>
            </a: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modulaire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(OSGi)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Fichiers .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config dans osgi/configs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GogoShell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Activation/désactivation des modules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Configuration à chaud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Options JVM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PlaceHolder 2"/>
          <p:cNvSpPr>
            <a:spLocks noGrp="1"/>
          </p:cNvSpPr>
          <p:nvPr>
            <p:ph/>
          </p:nvPr>
        </p:nvSpPr>
        <p:spPr>
          <a:xfrm>
            <a:off x="360000" y="2083320"/>
            <a:ext cx="915228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8333" lnSpcReduction="10000"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options de la JVM se positionne dans Tomcat. </a:t>
            </a:r>
            <a:br>
              <a:rPr sz="3200"/>
            </a:br>
            <a:r>
              <a:rPr b="1" i="1" lang="fr-FR" sz="3200" spc="-1" strike="noStrike">
                <a:solidFill>
                  <a:srgbClr val="353d69"/>
                </a:solidFill>
                <a:latin typeface="Arial"/>
              </a:rPr>
              <a:t>bin/setenv.sh</a:t>
            </a:r>
            <a:br>
              <a:rPr sz="3200"/>
            </a:b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Extrait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CATALINA_OPTS="$CATALINA_OPTS -Dfile.encoding=UTF-8 -Djava.net.preferIPv4Stack=true -Duser.timezone=GMT -Xms2560m -Xmx2560m -XX:MaxNewSize=1536m -XX:MaxMetaspaceSize=768m -XX:MetaspaceSize=768m -XX:NewSize=1536m -XX:SurvivorRatio=7"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export JDK_JAVA_OPTIONS="${JDK_JAVA_OPTIONS} --add-opens=java.base/java.lang=ALL-UNNAMED --add-opens=java.base/java.lang.invoke=ALL-UNNAMED --add-opens=java.base/java.lang.reflect=ALL-UNNAMED --add-opens=java.base/java.net=ALL-UNNAMED --add-opens=java.base/sun.net.www.protocol.http=ALL-UNNAMED --add-opens=java.base/sun.net.www.protocol.https=ALL-UNNAMED --add-opens=java.base/sun.util.calendar=ALL-UNNAMED --add-opens=jdk.zipfs/jdk.nio.zipfs=ALL-UNNAMED"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Recommandations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PlaceHolder 2"/>
          <p:cNvSpPr>
            <a:spLocks noGrp="1"/>
          </p:cNvSpPr>
          <p:nvPr>
            <p:ph/>
          </p:nvPr>
        </p:nvSpPr>
        <p:spPr>
          <a:xfrm>
            <a:off x="720000" y="1800000"/>
            <a:ext cx="8792280" cy="5419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3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090b5e"/>
                </a:solidFill>
                <a:latin typeface="Arial"/>
              </a:rPr>
              <a:t>Heap 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: Xms = Xmx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DEV : 2 Go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INT / REC : 4 Go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PROD : 6–8 Go (selon charge)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090b5e"/>
                </a:solidFill>
                <a:latin typeface="Arial"/>
              </a:rPr>
              <a:t>Garbage collecting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-XX:+UseG1GC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-XX:MaxGCPauseMillis=200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090b5e"/>
                </a:solidFill>
                <a:latin typeface="Arial"/>
              </a:rPr>
              <a:t>Metaspace 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(Important pour OSGI)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-XX:MetaspaceSize=256m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-XX:MaxMetaspaceSize=512m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090b5e"/>
                </a:solidFill>
                <a:latin typeface="Arial"/>
              </a:rPr>
              <a:t>Diagnostic / Debug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-XX:+HeapDumpOnOutOfMemoryError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-XX:HeapDumpPath=/opt/liferay/heapdumps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-XX:+PrintGCDetails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-XX:+PrintGCDateStamps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-Xloggc:/opt/liferay/logs/gc.log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Architecture des logs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/>
          </a:bodyPr>
          <a:p>
            <a:pPr indent="0">
              <a:lnSpc>
                <a:spcPct val="115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Frameworks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0c32cf"/>
                </a:solidFill>
                <a:latin typeface="Cabri"/>
              </a:rPr>
              <a:t>SLF4J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 : API utilisée par les développeurs dans les modules.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0c32cf"/>
                </a:solidFill>
                <a:latin typeface="Cabri"/>
              </a:rPr>
              <a:t>Log4j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 : Moteur interne qui traite et redirige les flux.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Granularité Java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Niveaux configurables par package ou par classe (DEBUG, INFO, WARN, ERROR).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Modifiable à chaud via : </a:t>
            </a:r>
            <a:br>
              <a:rPr sz="2200"/>
            </a:br>
            <a:r>
              <a:rPr b="1" i="1" lang="fr-FR" sz="2200" spc="-1" strike="noStrike">
                <a:solidFill>
                  <a:srgbClr val="c9211e"/>
                </a:solidFill>
                <a:latin typeface="Cabri"/>
              </a:rPr>
              <a:t>Control Panel &gt; Configuration &gt; Server Administration &gt; Log Levels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Logs OSGi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Gestion des cycles de vie des bundles et erreurs de dépendances gérés par OSGI Log Service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Liferay implémente un pont qui redirige vers Log4j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Fichiers de sortie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0c32cf"/>
                </a:solidFill>
                <a:latin typeface="Cabri"/>
              </a:rPr>
              <a:t>LIFERAY_HOME/logs/liferay.log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 (Journal principal de l'application).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0c32cf"/>
                </a:solidFill>
                <a:latin typeface="Cabri"/>
              </a:rPr>
              <a:t>LIFERAY_HOME/tomcat/logs/catalina.out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 (Console du serveur d'application).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Modifier la verbosité des logs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Deux méthodes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1) Via Control Panel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c9211e"/>
                </a:solidFill>
                <a:latin typeface="Cabri"/>
              </a:rPr>
              <a:t>System Settings → Logging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Créer un logger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Category: </a:t>
            </a: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com.liferay.journal.service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Level: </a:t>
            </a: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DEBUG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2) Via </a:t>
            </a: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portal-ext.properties</a:t>
            </a: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 (rarement utilisé)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log4j.logger.com.liferay.journal=DEBUG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Lire une stacktrace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Une erreur se compose de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Type d’erreur : </a:t>
            </a:r>
            <a:r>
              <a:rPr b="0" i="1" lang="fr-FR" sz="3200" spc="-1" strike="noStrike">
                <a:solidFill>
                  <a:srgbClr val="000000"/>
                </a:solidFill>
                <a:latin typeface="Cabri"/>
              </a:rPr>
              <a:t>PermissionException, PrincipalException, NoSuchLayoutExceptio</a:t>
            </a: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n…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Module source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Cause profonde (root cause)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stack trace complète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Méthodologie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Repérer la première ligne “meaningful”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Identifier module et composant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Vérifier OSGi “component not satisfied”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Rejouer scénario en logs DEBUG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Erreurs fréquentes &amp; diagnostic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507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511ac"/>
                </a:solidFill>
                <a:latin typeface="Cabri"/>
              </a:rPr>
              <a:t>"NoSuchLayoutException"</a:t>
            </a: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Page supprimée / mauvais friendly URL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Voir Table Layout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511ac"/>
                </a:solidFill>
                <a:latin typeface="Cabri"/>
              </a:rPr>
              <a:t>"PrincipalException"</a:t>
            </a: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Permissions manquantes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Voir ResourcePermission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511ac"/>
                </a:solidFill>
                <a:latin typeface="Cabri"/>
              </a:rPr>
              <a:t>"ClusterMasterExecutorImpl"</a:t>
            </a: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Problème cluster System Settings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511ac"/>
                </a:solidFill>
                <a:latin typeface="Cabri"/>
              </a:rPr>
              <a:t>“</a:t>
            </a:r>
            <a:r>
              <a:rPr b="1" i="1" lang="fr-FR" sz="2100" spc="-1" strike="noStrike">
                <a:solidFill>
                  <a:srgbClr val="1511ac"/>
                </a:solidFill>
                <a:latin typeface="Cabri"/>
              </a:rPr>
              <a:t>Could not resolve module”</a:t>
            </a: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Dépendances OSGi manquantes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Gogo Shell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Gestion des sessions dans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525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/>
          </a:bodyPr>
          <a:p>
            <a:pPr indent="0">
              <a:lnSpc>
                <a:spcPct val="115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2 sessions dans un contexte Liferay 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15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000" spc="-1" strike="noStrike">
                <a:solidFill>
                  <a:srgbClr val="0c32cf"/>
                </a:solidFill>
                <a:latin typeface="Cabri"/>
              </a:rPr>
              <a:t>Session HTTP</a:t>
            </a: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 standard géré par le conteneur (Tomcat)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15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000" spc="-1" strike="noStrike">
                <a:solidFill>
                  <a:srgbClr val="0c32cf"/>
                </a:solidFill>
                <a:latin typeface="Cabri"/>
              </a:rPr>
              <a:t>Session Portail</a:t>
            </a: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 géré par Liferay contenant les préférences, l’état des portlets, les permissions en cache)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Si la session HTTP expire, la session Portal est détruite.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Stockage en mémoire (par défaut), nécessite synchronisation si cluster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2 Paramètres clés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0c32cf"/>
                </a:solidFill>
                <a:latin typeface="Cabri"/>
              </a:rPr>
              <a:t>session.timeout=30 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Passé ce délai, l'utilisateur est déconnecté automatiquement. 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Attention il doit être inférieur à la session de tomcat définie dans </a:t>
            </a: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web.xml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Liferay l'utilise pour afficher l'avertissement à l'utilisateur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0c32cf"/>
                </a:solidFill>
                <a:latin typeface="Cabri"/>
              </a:rPr>
              <a:t>session.timeout.auto.extend=true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Option de confort. Si l'utilisateur a une page Liferay ouverte, la session est étendue via du code Javascript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Optimisation de la gestion des sessions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Bonnes pratiques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Timeout = 15 à 30 min pour intranet, moins en extranet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Activer session.timeout.auto.extend uniquement si nécessaire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Surveiller la taille des objets en session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Éviter de stocker des collections lourdes en session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i="1" lang="fr-FR" sz="3600" spc="-1" strike="noStrike">
                <a:solidFill>
                  <a:srgbClr val="000000"/>
                </a:solidFill>
                <a:latin typeface="Arial"/>
              </a:rPr>
              <a:t>portal-ext.properties</a:t>
            </a:r>
            <a:r>
              <a:rPr b="0" lang="fr-FR" sz="3600" spc="-1" strike="noStrike">
                <a:solidFill>
                  <a:srgbClr val="000000"/>
                </a:solidFill>
                <a:latin typeface="Arial"/>
              </a:rPr>
              <a:t> : rôle et limites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506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portal-ext.properties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surcharge les propriétés de base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global à toute l’instance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appliqué au démarrage uniquement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destiné aux paramètres techniques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Exemples fréquents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jdbc.default.driverClassName=com.mysql.cj.jdbc.Driver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jdbc.default.username=liferay 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company.default.web.id=liferay.com 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theme.css.fast.load=false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  <a:ea typeface="Courier New"/>
              </a:rPr>
              <a:t>Référence fichier </a:t>
            </a:r>
            <a:r>
              <a:rPr b="1" i="1" lang="fr-FR" sz="2100" spc="-1" strike="noStrike">
                <a:solidFill>
                  <a:srgbClr val="090b5e"/>
                </a:solidFill>
                <a:latin typeface="Cabri"/>
                <a:ea typeface="Courier New"/>
              </a:rPr>
              <a:t>portal.properties</a:t>
            </a:r>
            <a:r>
              <a:rPr b="0" lang="fr-FR" sz="2100" spc="-1" strike="noStrike">
                <a:solidFill>
                  <a:srgbClr val="000000"/>
                </a:solidFill>
                <a:latin typeface="Cabri"/>
                <a:ea typeface="Courier New"/>
              </a:rPr>
              <a:t> dans le bundle </a:t>
            </a:r>
            <a:r>
              <a:rPr b="1" i="1" lang="fr-FR" sz="2100" spc="-1" strike="noStrike">
                <a:solidFill>
                  <a:srgbClr val="090b5e"/>
                </a:solidFill>
                <a:latin typeface="Cabri"/>
                <a:ea typeface="Courier New"/>
              </a:rPr>
              <a:t>portal-impl.jar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via Control Panel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c9211e"/>
                </a:solidFill>
                <a:latin typeface="Cabri"/>
              </a:rPr>
              <a:t>Control Panel &gt; Configuration &gt; System Settings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UI permettant de configurer certains module OSGI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recherche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sessions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documents &amp; media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authentification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sécurité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modules spécifiques (blogs, web content, DM…)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➡ </a:t>
            </a: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Modifiable sans restart, stocké dans la table </a:t>
            </a:r>
            <a:r>
              <a:rPr b="1" i="1" lang="fr-FR" sz="2000" spc="-1" strike="noStrike">
                <a:solidFill>
                  <a:srgbClr val="0c32cf"/>
                </a:solidFill>
                <a:latin typeface="Cabri"/>
              </a:rPr>
              <a:t>configuration_</a:t>
            </a: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 ou via fichiers </a:t>
            </a:r>
            <a:r>
              <a:rPr b="1" i="1" lang="fr-FR" sz="2000" spc="-1" strike="noStrike">
                <a:solidFill>
                  <a:srgbClr val="0c32cf"/>
                </a:solidFill>
                <a:latin typeface="Cabri"/>
              </a:rPr>
              <a:t>.config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OSGi (.config)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Emplacement : </a:t>
            </a: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LIFERAY_HOME/osgi/configs/*.config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Chaque fichier correspond à une configuration d’un module OSGI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Le nom du fichier est l’ID OSGi de la configuration. 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Ex :</a:t>
            </a:r>
            <a:br>
              <a:rPr sz="2000"/>
            </a:br>
            <a:r>
              <a:rPr b="0" lang="fr-FR" sz="1600" spc="-1" strike="noStrike">
                <a:solidFill>
                  <a:srgbClr val="000000"/>
                </a:solidFill>
                <a:latin typeface="Cabri"/>
              </a:rPr>
              <a:t>com.liferay.portal.search.elasticsearch7.configuration.CompanyIndexConfiguration.config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  <a:ea typeface="Courier New"/>
              </a:rPr>
              <a:t>Le contenu contient des lignes clé/valeurs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indexNamePrefix=mycompany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indexStorageType=remote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Configuration effective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804"/>
          </a:bodyPr>
          <a:p>
            <a:pPr marL="432000" indent="-324000">
              <a:lnSpc>
                <a:spcPct val="115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configuration OSGI peuvent donc se trouver à plusieurs endroits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15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Priorité 1 (Fichiers .config) : Si un administrateur dépose un fichier .config ou .cfg dans le dossier osgi/configs, il est prioritaire.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15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Priorité 2 (Base de données) : Si la configuration est faite via l'interface "System Settings", elle est stockée dans la table Configuration_.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15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Au runtime : Le moteur OSGi de Liferay surveille ces deux sources et "injecte" les modifications dans les modules concernés.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Optimisation &amp; Maintenance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0000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Gestion des modules (Prudence !)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Prioriser le Blacklisting plutôt que la désinstallation. (Voir + loin)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Nettoyer les modules Marketplace et Custom inutilisés.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Règle d'or : Ne jamais toucher aux modules com.liferay.portal.* sans audit d'impact.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Diagnostic Santé (Health Check)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Gogo Shell : scr:list pour repérer les "unsatisfied components".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JDBC : Vérifier la taille du pool de connexion (éviter la saturation au boot).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Infrastructure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DNS local / fichier hosts pour éviter les latences de résolution. (BD, ElasticSearch, Liferay lui-même)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Vérifier que l'index de recherche (Elasticsearch) est bien sur un serveur séparé.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Optimiser la recherche (Elasticsearch)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Options clés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Externaliser Elasticsearch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Multi-Node pour ressource critique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Activer le monitoring Kibana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Régénérer les index régulièrement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c9211e"/>
                </a:solidFill>
                <a:latin typeface="Cabri"/>
              </a:rPr>
              <a:t>Panneau de contrôle &gt; Recherche &gt; Indexer les actions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À éviter : Elasticsearch embarqué en production.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Optimisation UI (thèmes &amp; front-end)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Activer minification JS/CSS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Utiliser Clay plutôt qu’AUI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Limiter le nombre de portlets par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Privilégier les Content Pages pour les pages marketing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Optimiser les images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"/>
          <p:cNvSpPr/>
          <p:nvPr/>
        </p:nvSpPr>
        <p:spPr>
          <a:xfrm>
            <a:off x="720000" y="6840000"/>
            <a:ext cx="3259080" cy="42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5 : Gestion de configuration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Administration &amp; Exploitation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Base de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logs, sessions,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Exploitation des modules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Patching DXP / mises à jour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Environnements, staging, import/export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PlaceHolder 2"/>
          <p:cNvSpPr>
            <a:spLocks noGrp="1"/>
          </p:cNvSpPr>
          <p:nvPr>
            <p:ph/>
          </p:nvPr>
        </p:nvSpPr>
        <p:spPr>
          <a:xfrm>
            <a:off x="534600" y="2127960"/>
            <a:ext cx="9621360" cy="471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4444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Dans Liferay, toute fonctionnalité est un </a:t>
            </a:r>
            <a:r>
              <a:rPr b="1" lang="fr-FR" sz="4800" spc="-1" strike="noStrike">
                <a:solidFill>
                  <a:srgbClr val="1a2fad"/>
                </a:solidFill>
                <a:latin typeface="Arial"/>
              </a:rPr>
              <a:t>module OSGi</a:t>
            </a: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 :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CMS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Pages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Staging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Recherche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Marketplace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Commerce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Les modules sont chargés à l’exécution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Les problèmes pouvant arrivés lors de l’exploitation sont souvent un module OSGI mal résolu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Qu’est ce qu’un module OSGI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4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1e31c9"/>
                </a:solidFill>
                <a:latin typeface="Arial"/>
              </a:rPr>
              <a:t>OSGi (Open Services Gateway initiative)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est un système de modules pour Java.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Il permet de transformer une application monolithique en une collection de composants dynamiques et réutilisables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avantages recherchés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e31c9"/>
                </a:solidFill>
                <a:latin typeface="Arial"/>
              </a:rPr>
              <a:t>La modularité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Le JAR classique devient un </a:t>
            </a:r>
            <a:r>
              <a:rPr b="1" lang="fr-FR" sz="2800" spc="-1" strike="noStrike">
                <a:solidFill>
                  <a:srgbClr val="000000"/>
                </a:solidFill>
                <a:latin typeface="Arial"/>
              </a:rPr>
              <a:t>bundle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.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Chaque bundle possède son propre ClassLoader (isolation totale) et choisit explicitement ce qu’il expose (Export-Package) et ce dont on a besoin (Import-Package).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e31c9"/>
                </a:solidFill>
                <a:latin typeface="Arial"/>
              </a:rPr>
              <a:t>Cycle de vie dynamique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 : On peut installer, démarrer, arrêter ou mettre à jour un module sans redémarrer le serveur.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e31c9"/>
                </a:solidFill>
                <a:latin typeface="Arial"/>
              </a:rPr>
              <a:t>Registre de Services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Les modules communiquent via des Services (interfaces).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Découplage total : on demande une interface, OSGi injecte la meilleure implémentation disponible.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Annotations OSGI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PlaceHolder 2"/>
          <p:cNvSpPr>
            <a:spLocks noGrp="1"/>
          </p:cNvSpPr>
          <p:nvPr>
            <p:ph/>
          </p:nvPr>
        </p:nvSpPr>
        <p:spPr>
          <a:xfrm>
            <a:off x="900000" y="2083320"/>
            <a:ext cx="8612280" cy="529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1666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Déclaration de composant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@Component(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    </a:t>
            </a: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immediate = true,               // Démarre dès que possible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    </a:t>
            </a: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property = {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        </a:t>
            </a: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"osgi.command.function=add", // Exemple pour une commande Gogo </a:t>
            </a: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Shell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        </a:t>
            </a: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"osgi.command.scope=event"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    </a:t>
            </a: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},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    </a:t>
            </a: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service = EventLocalService.class // Définit l'interface du </a:t>
            </a: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service publié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public class EventLocalServiceImpl implements EventLocalService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{ ... }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Injection de dépendance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@Reference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private UserLocalService _userLocalService;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Cycle de vie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@Activate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protected void activate(Map&lt;String, Object&gt; properties) {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System.out.println("Le composant Event est démarré !");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@Deactivate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protected void deactivate() {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System.out.println("Nettoyage avant l'arrêt...");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Fichier .bnd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fichier donne les instructions à l'outil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Bnd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(utilisé par Gradle/Maven) pour générer le MANIFEST.MF du JAR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 u="sng">
                <a:solidFill>
                  <a:srgbClr val="000000"/>
                </a:solidFill>
                <a:uFillTx/>
                <a:latin typeface="Arial"/>
                <a:ea typeface="Noto Sans CJK SC"/>
              </a:rPr>
              <a:t>Instructions fondamentales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 :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Bundle-Name, Bundle-SymbolicName, Bundle-Version,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Export-Package, Import-Package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Instructions spécifiques Liferay :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Web-ContextPath (Chemin des ressources statiques web), -metatype: * (Classe de Configuration)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63172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Bundle-Name: events-api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Bundle-SymbolicName: org.formation.event.api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Bundle-Version: 1.0.0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Export-Package:\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	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org.formation.event.exception,\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	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org.formation.event.model,\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	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org.formation.event.service,\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	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org.formation.event.service.persistence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-check: EXPORTS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-includeresource: META-INF/service.xml=../events-service/service.xml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États des modules OSGi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PlaceHolder 2"/>
          <p:cNvSpPr>
            <a:spLocks noGrp="1"/>
          </p:cNvSpPr>
          <p:nvPr>
            <p:ph/>
          </p:nvPr>
        </p:nvSpPr>
        <p:spPr>
          <a:xfrm>
            <a:off x="534600" y="1983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module peut être dans les états suivants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Active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Fonctionne normalement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Resolved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 :  Chargé mais pas actif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Installed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 : Présent mais inutilisable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Unsatisfied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 : Dépendances manquantes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Configuration des modules 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936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Liferay n'utilise plus de fichiers .properties mais des interfaces Java pour configurer les modules.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Cela permet à Liferay de générer automatiquement une interface de configuration dans son UI d’administration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@ExtendedObjectClassDefinition(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category = "communication",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scope = Status.Scope.SYSTEM  </a:t>
            </a:r>
            <a:r>
              <a:rPr b="1" lang="fr-FR" sz="2000" spc="-1" strike="noStrike">
                <a:solidFill>
                  <a:srgbClr val="1e6a39"/>
                </a:solidFill>
                <a:latin typeface="Courier New"/>
              </a:rPr>
              <a:t>// Menu Système Settings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1" lang="fr-FR" sz="2000" spc="-1" strike="noStrike">
                <a:solidFill>
                  <a:srgbClr val="0c32cf"/>
                </a:solidFill>
                <a:latin typeface="Courier New"/>
              </a:rPr>
              <a:t>@Meta.OCD(id = "com.projet.NewsletterConfig"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, name = "Newsletter Settings")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public interface NewsletterConfiguration {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@Meta.AD(deflt = "smtp.mon-entreprise.com", name = "Serveur SMTP")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public String smtpServer();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@Meta.AD(deflt = "true", name = "Activer l'envoi")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public boolean enabled();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@Meta.AD(deflt = "100", name = "Nombre max d'emails/heure")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public int maxEmails();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 de composant configuré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34371" lnSpcReduction="10000"/>
          </a:bodyPr>
          <a:p>
            <a:pPr indent="0">
              <a:spcBef>
                <a:spcPts val="283"/>
              </a:spcBef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@Component(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1" lang="fr-FR" sz="3200" spc="-1" strike="noStrike">
                <a:solidFill>
                  <a:srgbClr val="0c32cf"/>
                </a:solidFill>
                <a:latin typeface="Courier New"/>
              </a:rPr>
              <a:t>configurationPid = "com.projet.NewsletterConfig", // &lt;--- Le lien avec l'OCD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immediate = true,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service = NewsletterService.class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)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public class NewsletterServiceImpl implements NewsletterService {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1" lang="fr-FR" sz="3200" spc="-1" strike="noStrike">
                <a:solidFill>
                  <a:srgbClr val="0c32cf"/>
                </a:solidFill>
                <a:latin typeface="Courier New"/>
              </a:rPr>
              <a:t>    </a:t>
            </a:r>
            <a:r>
              <a:rPr b="1" lang="fr-FR" sz="3200" spc="-1" strike="noStrike">
                <a:solidFill>
                  <a:srgbClr val="0c32cf"/>
                </a:solidFill>
                <a:latin typeface="Courier New"/>
              </a:rPr>
              <a:t>private volatile NewsletterConfiguration _configuration;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// Appelée au démarrage ou dès que l'Admin change une valeur dans System Settings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@Activate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@Modified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protected void activate(Map&lt;String, Object&gt; properties) {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_configuration = ConfigurableUtil.createConfigurable(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NewsletterConfiguration.class, properties);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    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System.out.println("Configuration Newsletter mise à jour ! SMTP : " + _configuration.smtpServer());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@Override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public void sendEmail(String message) {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if (_configuration.enabled()) {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// Logique d'envoi utilisant _configuration.smtpServer()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Diagnostic avec le Gogo Shell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PlaceHolder 2"/>
          <p:cNvSpPr>
            <a:spLocks noGrp="1"/>
          </p:cNvSpPr>
          <p:nvPr>
            <p:ph/>
          </p:nvPr>
        </p:nvSpPr>
        <p:spPr>
          <a:xfrm>
            <a:off x="534600" y="2055960"/>
            <a:ext cx="9621360" cy="51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8333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200" spc="-1" strike="noStrike">
                <a:solidFill>
                  <a:srgbClr val="1a2fad"/>
                </a:solidFill>
                <a:latin typeface="Calibri"/>
              </a:rPr>
              <a:t>Gogo Shell (OSGi Shell) 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est l’outil principal pour le diagnostic. Il est accessible via </a:t>
            </a:r>
            <a:br>
              <a:rPr sz="2200"/>
            </a:br>
            <a:r>
              <a:rPr b="1" i="1" lang="fr-FR" sz="2200" spc="-1" strike="noStrike">
                <a:solidFill>
                  <a:srgbClr val="c9211e"/>
                </a:solidFill>
                <a:latin typeface="Calibri"/>
              </a:rPr>
              <a:t>Panneau de contrôle → Système → Gogo shell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Commandes utiles 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lb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    : Lister les modules et leurs statuts 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lb -s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Lister avec les noms symboliques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lb -s | grep document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Filtrer un domaine fonctionnel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B [bundle_id]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 → Détail des packages d’un bundle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install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 →  Installation à partir d’un jar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system:check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Vérification complète de tous les modules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start | stop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Démarrer, arrêter un module 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dm na 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: Liste les modules non résolus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diag [ID]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Indique quel est le package java manquant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e31c9"/>
                </a:solidFill>
                <a:latin typeface="Calibri"/>
                <a:ea typeface="Noto Sans CJK SC"/>
              </a:rPr>
              <a:t>scr 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: Les composants OSGI et leur statut ENABLED ou UNSATISFIED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e31c9"/>
                </a:solidFill>
                <a:latin typeface="Calibri"/>
                <a:ea typeface="Noto Sans CJK SC"/>
              </a:rPr>
              <a:t>services 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: Liste des services exposés par les bundles, (attribut service des </a:t>
            </a:r>
            <a:r>
              <a:rPr b="0" i="1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@Component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En cas de problème 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PlaceHolder 2"/>
          <p:cNvSpPr>
            <a:spLocks noGrp="1"/>
          </p:cNvSpPr>
          <p:nvPr>
            <p:ph/>
          </p:nvPr>
        </p:nvSpPr>
        <p:spPr>
          <a:xfrm>
            <a:off x="534600" y="1911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 lnSpcReduction="1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Symptômes typiques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une application ne s’ouvre pas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un menu existe mais renvoie une erreur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une fonctionnalité CMS / staging / search est inactive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exceptions dans les traces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Lister les modules et identifier ceux liés au problème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Vérifier le statut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 statut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unsatisfied</a:t>
            </a:r>
            <a:br>
              <a:rPr sz="3200"/>
            </a:br>
            <a:r>
              <a:rPr b="0" i="1" lang="fr-FR" sz="3200" spc="-1" strike="noStrike">
                <a:solidFill>
                  <a:srgbClr val="353d69"/>
                </a:solidFill>
                <a:latin typeface="Arial"/>
              </a:rPr>
              <a:t>scr:list | grep &lt;nom_du_bundle&gt;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Activer les logs de debug du logger pour comprendre :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org.apache.felix.scr, com.liferay.portal.osgi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Essayer d’arrêter et redémarrer le module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"/>
          <p:cNvSpPr/>
          <p:nvPr/>
        </p:nvSpPr>
        <p:spPr>
          <a:xfrm>
            <a:off x="624240" y="6840000"/>
            <a:ext cx="3259080" cy="42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6 : Modules OSGI et GogoShell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Administration &amp; Exploitation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Base de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logs, sessions,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Exploitation des modules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Patching DXP / mises à jour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Environnements, staging, import/export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Pourquoi appliquer des patchs ?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Les patchs </a:t>
            </a:r>
            <a:r>
              <a:rPr b="1" lang="fr-FR" sz="2400" spc="-1" strike="noStrike">
                <a:solidFill>
                  <a:srgbClr val="0c32cf"/>
                </a:solidFill>
                <a:latin typeface="Cabri"/>
              </a:rPr>
              <a:t>Liferay</a:t>
            </a:r>
            <a:r>
              <a:rPr b="1" lang="fr-FR" sz="2400" spc="-1" strike="noStrike">
                <a:solidFill>
                  <a:srgbClr val="000000"/>
                </a:solidFill>
                <a:latin typeface="Cabri"/>
              </a:rPr>
              <a:t> </a:t>
            </a:r>
            <a:r>
              <a:rPr b="1" lang="fr-FR" sz="2400" spc="-1" strike="noStrike">
                <a:solidFill>
                  <a:srgbClr val="0c32cf"/>
                </a:solidFill>
                <a:latin typeface="Cabri"/>
              </a:rPr>
              <a:t>DXP</a:t>
            </a: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 fournissent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Corrections de bugs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Correctifs de sécurité (critiques)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Corrections de performances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Mise à jour des compatibilités (Java, ES…)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Préparation aux upgrades mineurs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Recommandé : maintenir un cycle de patching régulier.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Types de patchs DXP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1511ac"/>
                </a:solidFill>
                <a:latin typeface="Cabri"/>
              </a:rPr>
              <a:t>Hotfix</a:t>
            </a: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 Correctif ciblé fourni par Liferay Support À la demande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1511ac"/>
                </a:solidFill>
                <a:latin typeface="Cabri"/>
              </a:rPr>
              <a:t>Security Patch</a:t>
            </a: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 Correctifs de vulnérabilités Mensuel / urgent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1511ac"/>
                </a:solidFill>
                <a:latin typeface="Cabri"/>
              </a:rPr>
              <a:t>Fix Pack / GA Update</a:t>
            </a: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 Regroupement de correctifs généraux Trimestriel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1511ac"/>
                </a:solidFill>
                <a:latin typeface="Cabri"/>
              </a:rPr>
              <a:t>Service Pack</a:t>
            </a: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 Métapack de consolidation 1–2 fois par 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En 7.4, la tendance est à : Security Updates + Updates Packs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Patching Tool : rôle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Le Patching Tool permet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d'analyser le bundle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d’installer un patch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de vérifier les patchs appliqués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de restaurer un patch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de générer des rapports de compatibilité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Emplacement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400" spc="-1" strike="noStrike">
                <a:solidFill>
                  <a:srgbClr val="000000"/>
                </a:solidFill>
                <a:latin typeface="Cabri"/>
              </a:rPr>
              <a:t>&lt;LIFERAY_HOME&gt;/patching-tool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Vérifier l'état du serveur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Commande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353d69"/>
                </a:solidFill>
                <a:latin typeface="Cabri"/>
              </a:rPr>
              <a:t>./patching-tool.sh info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Affiche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version DXP installée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patchs appliqués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patchs disponibles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niveau de support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état du Patching Tool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Télécharger un patch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Les patchs sont fournis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via le Liferay Customer Portal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via abonnement DXP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Chaque patch = archive ZIP contenant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les fichiers modifiés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un fichier </a:t>
            </a:r>
            <a:r>
              <a:rPr b="0" i="1" lang="fr-FR" sz="2100" spc="-1" strike="noStrike">
                <a:solidFill>
                  <a:srgbClr val="000000"/>
                </a:solidFill>
                <a:latin typeface="Cabri"/>
              </a:rPr>
              <a:t>patch.info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scripts de contrôle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Installer un patch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666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1. Copier le patch dans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&lt;LIFERAY_HOME&gt;/patching-tool/patches/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2. Exécuter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400" spc="-1" strike="noStrike">
                <a:solidFill>
                  <a:srgbClr val="000000"/>
                </a:solidFill>
                <a:latin typeface="Cabri"/>
              </a:rPr>
              <a:t>./patching-tool.sh install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3. Redémarrer le serveur Liferay.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L’outil vérifie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compatibilité version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dépendances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conflits éventuels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Désinstaller / rollback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Deux méthodes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Si le patch est encore présent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100" spc="-1" strike="noStrike">
                <a:solidFill>
                  <a:srgbClr val="000000"/>
                </a:solidFill>
                <a:latin typeface="Cabri"/>
              </a:rPr>
              <a:t>./patching-tool.sh revert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Sinon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Supprimer manuellement le patch + réinstaller une version propre.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Toujours faire un snapshot avant patching.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Diagnostiquer un patch mal appliqué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Indicateurs typiques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patching-tool info</a:t>
            </a: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 ne liste pas le patch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erreurs au démarrage Tomcat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modules OSGi en état Unsatisfied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version incorrecte dans /o/system-status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Solutions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patching-tool.sh revert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vérifier droits d’écriture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supprimer .liferay dans le dossier du patching tool (réinitialisation)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réinstaller patch proprement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 vs Upgrade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511ac"/>
                </a:solidFill>
                <a:latin typeface="Cabri"/>
              </a:rPr>
              <a:t>Patch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 Corrige le système existant Faible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511ac"/>
                </a:solidFill>
                <a:latin typeface="Cabri"/>
              </a:rPr>
              <a:t>Upgrade mineur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 GA → GA ou FixPack → FixPack Moyen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511ac"/>
                </a:solidFill>
                <a:latin typeface="Cabri"/>
              </a:rPr>
              <a:t>Upgrade majeur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 7.2 → 7.3 → 7.4 Élevé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Processus d’upgrade majeur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Étapes recommandées :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1. Préparer un environnement de test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2. Mettre à jour :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JDK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Tomcat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modules custom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3. Vérifier compatibilité des apps Marketplace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4. Lancer les scripts upgrade :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1500" spc="-1" strike="noStrike">
                <a:solidFill>
                  <a:srgbClr val="000000"/>
                </a:solidFill>
                <a:latin typeface="Cabri"/>
              </a:rPr>
              <a:t>./gradlew upgrade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ou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1500" spc="-1" strike="noStrike">
                <a:solidFill>
                  <a:srgbClr val="000000"/>
                </a:solidFill>
                <a:latin typeface="Cabri"/>
              </a:rPr>
              <a:t>/opt/liferay/tools/portal-tools-db-upgrade-client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5. Vérifier index de recherche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6. Valider via tests fonctionnels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Compatibilité code custom lors de l’upgrade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Checklist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API obsolètes remplacées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Service Builder régénéré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REST Builder mis à jour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OSGi : vérifier bnd.bnd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Clay / React : mise à jour front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Thème recompilé avec nouvelle base Clay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Bonnes pratiques de mise à jour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Migrer progressivement (version par version)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Régénérer tous les modules Service Builder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Ré-indexer après upgrade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Tester chaque étape (unité / intégration / charge)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Vérifier les Display Pages &amp; Fragments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Mettre à jour la base Elasticsearch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Version CE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2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L’outil patch n’est pas disponible, on upgrade la version en remplaçant le bundle et en gardant les données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que l’on garde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BD, répertoire data/, osgi/modules, osgi/configs, portal-ext.properties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que l’on remplace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bundle tomcat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répertoires techniques : osgi/state, osgi/tmp, tomcat/work, tomcat/temp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Bonnes pratiques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Stopper Liferay avant copie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Ne pas copier l’état OSGi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Vérifier DB et liferay.home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Tester sur un environnement intermédiaire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Administration &amp; Exploitation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Base de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logs, sessions,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Exploitation des modules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Patching DXP / mises à jour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Environnements, staging, import/export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Pourquoi plusieurs environnements ?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Une organisation standard Liferay utilise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Dev : développement des modules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Intégration : assemblage + tests fonctionnels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Préproduction : tests de charge / validation client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Production : site final, disponibilité garantie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Objectifs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Sécurité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Qualité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Continuité de service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Déploiements contrôlés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qui doit varier selon l’environnement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Les paramètres suivants ne doivent jamais être codés en dur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URLs externes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Identifiants LDAP / SSO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Paramètres DB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Paramètres Elasticsearch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Configurations d’email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Secrets / tokens OAuth2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Paramètres cluster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➡ </a:t>
            </a: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Externaliser via .config OSGi + variables d’environnement.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externalisée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Méthodes recommandées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1. Configurations OSGi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osgi/configs/*.config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Versionnables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Déployables via CI/CD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2. Variables d’environnement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Docker / Kubernetes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Remplacent les propriétés dynamiquement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3. portal-ext.properties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Pour les réglages fondamentaux seulement.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PlaceHolder 1"/>
          <p:cNvSpPr>
            <a:spLocks noGrp="1"/>
          </p:cNvSpPr>
          <p:nvPr>
            <p:ph type="title"/>
          </p:nvPr>
        </p:nvSpPr>
        <p:spPr>
          <a:xfrm>
            <a:off x="1090800" y="462960"/>
            <a:ext cx="8507880" cy="90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qui doit être identique entre environnements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Modules OSGi déployés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Version du thème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Structures / templates du CMS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Modèle de données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Permissions globales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Configuration des rôles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Objectif : éviter la dérive de configuration.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Présentation Export / Import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8333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Fonctionnalité accessible via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c9211e"/>
                </a:solidFill>
                <a:latin typeface="Cabri"/>
              </a:rPr>
              <a:t>Site Menu → Publishing → Export / Import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Permet de transférer entre environnements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Pages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Web contents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Documents &amp; Media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Structures &amp; Templates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Catégories &amp; Tags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Données applicatives compatibles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Export d’un site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0000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Étapes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Aller dans Export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Sélectionner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Pages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Contenus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Documents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Métadonnées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Choisir compression &amp; options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Télécharger le fichier .lar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Le fichier .lar contient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données sérialisées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fichiers accompagnants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permissions facultatives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Import dans un autre environnement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666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Étapes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Aller dans </a:t>
            </a:r>
            <a:r>
              <a:rPr b="1" i="1" lang="fr-FR" sz="2100" spc="-1" strike="noStrike">
                <a:solidFill>
                  <a:srgbClr val="c9211e"/>
                </a:solidFill>
                <a:latin typeface="Cabri"/>
              </a:rPr>
              <a:t>En cours de publication - Import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Importer le </a:t>
            </a:r>
            <a:r>
              <a:rPr b="1" i="1" lang="fr-FR" sz="2100" spc="-1" strike="noStrike">
                <a:solidFill>
                  <a:srgbClr val="0e237d"/>
                </a:solidFill>
                <a:latin typeface="Cabri"/>
              </a:rPr>
              <a:t>.lar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Choisir comportement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Merge with existing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Replace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Mirror (synchronisation)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Lancer l’import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Attention : dépendances entre contenus.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(Règle : importer les structures AVANT les contenus).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Limites de l’Export / Import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Ne migre pas les configurations système (.config)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Ne migre pas les utilisateurs (hors LDAP)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Ne migre pas les configurations applicatives complexes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Peut créer des doublons si mal utilisé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Sensible aux permissions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➡ </a:t>
            </a: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Pour un portail volumineux, préférer le Staging.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Qu’est-ce que le Staging ?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Fonctionnalité permettant de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préparer le site dans un environnement “brouillon”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valider les contenus et pages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publier manuellement ou automatiquement vers le site “live”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Deux modes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Local Staging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Remote Staging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Local Staging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Les environnements “staged” et “live” sont sur la même instance.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Caractéristiques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Facile à configurer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Idéal pour un intranet ou un petit portail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Impact minimal sur réseau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Prévisualisation en direct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Limite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même base → pas d’isolation complète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Remote Staging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Environnements “staged” et “live” sur deux serveurs différents.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Avantages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Isolation complète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Perf du front intacte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Séparation totale des données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Recommandé pour gros volume &amp; sites publics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Limites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Configuration réseau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Cohérence des versions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Gestion des échecs de réplication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que le Staging publie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Pages (structure, layouts, fragments)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Web contents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Documents &amp; Media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Structures / Templates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Taxonomies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Permissions (optionnel)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Ne publie pas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Configurations système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Modules OSGi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Paramétrages d’infrastructure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Cycle de publication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Création dans l’environnement de staging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Prévisualisation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Validation (workflow selon paramétrage)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Publication vers live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Contenu immédiatement disponible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Modes de publication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Manuelle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Programmée (cron-like)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Automatique (rare)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Choisir entre Staging et Import/Export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Site en forte évolution : Staging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Migration ponctuelle : Export / Import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Copie de site existant : Export / Import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Travail collaboratif sur pages : Staging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Gros portail public : Remote Staging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"/>
          <p:cNvSpPr/>
          <p:nvPr/>
        </p:nvSpPr>
        <p:spPr>
          <a:xfrm>
            <a:off x="720000" y="6770880"/>
            <a:ext cx="3259080" cy="42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7 : Staging + Import/Export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Taglibs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Pré-requis pour le poste de 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Poste de développement : Windows, Linux ou macOS.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JDK 8 ou 11 selon la distribution Liferay utilisée.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Accès à une base de données (PostgreSQL, MariaDB/MySQL, etc.) pour les environnements pérennes.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Outils de développement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Java, Git,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Blade : Générateur de projet et de modules OSGI basé sur Maven ou Gradle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un IDE (Eclipse / IntelliJ / VSCode ).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Des plugins IDE pour Liferay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développeur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68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Activation (portal-ext.properties) :</a:t>
            </a:r>
            <a:endParaRPr b="0" i="1" lang="fr-FR" sz="2200" spc="-1" strike="noStrike">
              <a:solidFill>
                <a:srgbClr val="000000"/>
              </a:solidFill>
              <a:latin typeface="Cabri"/>
              <a:ea typeface="Noto Sans CJK SC"/>
            </a:endParaRPr>
          </a:p>
          <a:p>
            <a:pPr indent="0">
              <a:spcBef>
                <a:spcPts val="1417"/>
              </a:spcBef>
              <a:buNone/>
            </a:pPr>
            <a:r>
              <a:rPr b="0" i="1" lang="fr-FR" sz="2200" spc="-1" strike="noStrike">
                <a:solidFill>
                  <a:srgbClr val="000000"/>
                </a:solidFill>
                <a:latin typeface="Cabri"/>
              </a:rPr>
              <a:t>include-and-override=portal-developer.properties</a:t>
            </a:r>
            <a:endParaRPr b="0" i="1" lang="fr-FR" sz="2200" spc="-1" strike="noStrike">
              <a:solidFill>
                <a:srgbClr val="000000"/>
              </a:solidFill>
              <a:latin typeface="Cabri"/>
              <a:ea typeface="Noto Sans CJK SC"/>
            </a:endParaRPr>
          </a:p>
          <a:p>
            <a:pPr indent="0">
              <a:spcBef>
                <a:spcPts val="1417"/>
              </a:spcBef>
              <a:buNone/>
            </a:pPr>
            <a:br>
              <a:rPr sz="2200"/>
            </a:br>
            <a:r>
              <a:rPr b="0" i="1" lang="fr-FR" sz="2200" spc="-1" strike="noStrike">
                <a:solidFill>
                  <a:srgbClr val="000000"/>
                </a:solidFill>
                <a:latin typeface="Cabri"/>
              </a:rPr>
              <a:t>module.framework.properties.osgi.console=11311</a:t>
            </a:r>
            <a:endParaRPr b="0" i="1" lang="fr-FR" sz="2200" spc="-1" strike="noStrike">
              <a:solidFill>
                <a:srgbClr val="000000"/>
              </a:solidFill>
              <a:latin typeface="Cabri"/>
              <a:ea typeface="Noto Sans CJK SC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</a:pPr>
            <a:endParaRPr b="0" i="1" lang="fr-FR" sz="2200" spc="-1" strike="noStrike">
              <a:solidFill>
                <a:srgbClr val="000000"/>
              </a:solidFill>
              <a:latin typeface="Cabri"/>
              <a:ea typeface="Noto Sans CJK SC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Avantages :</a:t>
            </a:r>
            <a:endParaRPr b="0" i="1" lang="fr-FR" sz="2200" spc="-1" strike="noStrike">
              <a:solidFill>
                <a:srgbClr val="000000"/>
              </a:solidFill>
              <a:latin typeface="Cabri"/>
              <a:ea typeface="Noto Sans CJK SC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Affichage des templates</a:t>
            </a:r>
            <a:endParaRPr b="0" i="1" lang="fr-FR" sz="2200" spc="-1" strike="noStrike">
              <a:solidFill>
                <a:srgbClr val="000000"/>
              </a:solidFill>
              <a:latin typeface="Cabri"/>
              <a:ea typeface="Noto Sans CJK SC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Réduction du cache</a:t>
            </a:r>
            <a:endParaRPr b="0" i="1" lang="fr-FR" sz="2200" spc="-1" strike="noStrike">
              <a:solidFill>
                <a:srgbClr val="000000"/>
              </a:solidFill>
              <a:latin typeface="Cabri"/>
              <a:ea typeface="Noto Sans CJK SC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Logs plus explicites</a:t>
            </a:r>
            <a:endParaRPr b="0" i="1" lang="fr-FR" sz="2200" spc="-1" strike="noStrike">
              <a:solidFill>
                <a:srgbClr val="000000"/>
              </a:solidFill>
              <a:latin typeface="Cabri"/>
              <a:ea typeface="Noto Sans CJK SC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Gogoshell accessible par telnet ou blade via le port 11311</a:t>
            </a:r>
            <a:endParaRPr b="0" i="1" lang="fr-FR" sz="2200" spc="-1" strike="noStrike">
              <a:solidFill>
                <a:srgbClr val="000000"/>
              </a:solidFill>
              <a:latin typeface="Cabri"/>
              <a:ea typeface="Noto Sans CJK S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PlaceHolder 1"/>
          <p:cNvSpPr>
            <a:spLocks noGrp="1"/>
          </p:cNvSpPr>
          <p:nvPr>
            <p:ph type="title"/>
          </p:nvPr>
        </p:nvSpPr>
        <p:spPr>
          <a:xfrm>
            <a:off x="1090800" y="462960"/>
            <a:ext cx="8507880" cy="90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de l’environnement de 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507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Installer </a:t>
            </a:r>
            <a:r>
              <a:rPr b="1" i="1" lang="fr-FR" sz="2600" spc="-1" strike="noStrike">
                <a:solidFill>
                  <a:srgbClr val="1a2fad"/>
                </a:solidFill>
                <a:latin typeface="Calibri"/>
              </a:rPr>
              <a:t>Blade CLI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sur le poste de développement.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Créer un </a:t>
            </a:r>
            <a:r>
              <a:rPr b="1" lang="fr-FR" sz="2600" spc="-1" strike="noStrike">
                <a:solidFill>
                  <a:srgbClr val="1a2fad"/>
                </a:solidFill>
                <a:latin typeface="Calibri"/>
              </a:rPr>
              <a:t>Liferay Workspace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dans un répertoire de travail :</a:t>
            </a:r>
            <a:br>
              <a:rPr sz="2600"/>
            </a:br>
            <a:r>
              <a:rPr b="1" i="1" lang="fr-FR" sz="2600" spc="-1" strike="noStrike">
                <a:solidFill>
                  <a:srgbClr val="1a2fad"/>
                </a:solidFill>
                <a:latin typeface="Courier New"/>
              </a:rPr>
              <a:t>blade init liferay-workspace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Initialisation Gradle ou Maven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Configuration de la version produit 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Ce workspace contiendra les modules (apps, thèmes, services, etc.) du projet.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Intégration avec l’IDE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Importer le workspace dans l’IDE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Liferay Developer Studio (Eclipse packagé) ou Eclipse + plugins Liferay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Peu maintenu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IntelliJ IDEA avec le plugin Liferay.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L’IDE reconnaît les projets Gradle/Maven du workspace et fournit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assistants de création de modules,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support pour le déploiement sur le serveur Liferay,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complétion des APIs Liferay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Démarrage du serveur en mode DEBUG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"/>
          <p:cNvSpPr/>
          <p:nvPr/>
        </p:nvSpPr>
        <p:spPr>
          <a:xfrm>
            <a:off x="528120" y="6770880"/>
            <a:ext cx="3259080" cy="42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8 : IDE et Premier portlet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Taglibs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Qu’est-ce qu’un portlet ?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Composant web générant un fragment de page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Cycle de vie géré par le portlet container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Contenu final agrégé par le portail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Interaction via des URLs portlet (</a:t>
            </a:r>
            <a:r>
              <a:rPr b="0" i="1" lang="fr-FR" sz="2400" spc="-1" strike="noStrike">
                <a:solidFill>
                  <a:srgbClr val="000000"/>
                </a:solidFill>
                <a:latin typeface="Calibri"/>
              </a:rPr>
              <a:t>action, render, resource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Plusieurs instances possibles sur une même page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Structure d’un module MVC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333" lnSpcReduction="1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Module généré via Blade  :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blade create -t mvc-portlet ...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  <a:ea typeface="Noto Sans CJK SC"/>
              </a:rPr>
              <a:t>bnd.bnd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: informations OSGi du module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  <a:ea typeface="Noto Sans CJK SC"/>
              </a:rPr>
              <a:t>build.gradle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ou </a:t>
            </a:r>
            <a:r>
              <a:rPr b="1" i="1" lang="fr-FR" sz="2000" spc="-1" strike="noStrike">
                <a:solidFill>
                  <a:srgbClr val="1511ac"/>
                </a:solidFill>
                <a:latin typeface="Calibri"/>
                <a:ea typeface="Noto Sans CJK SC"/>
              </a:rPr>
              <a:t>pom.xml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: dépendances et configuration de build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  <a:ea typeface="Noto Sans CJK SC"/>
              </a:rPr>
              <a:t>src/main/java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: classe portlet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@Component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étendant MVCPortlet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  <a:ea typeface="Noto Sans CJK SC"/>
              </a:rPr>
              <a:t>src/main/resources/META-INF/resources/view.jsp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(et autres JSP) pour la vue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ressources additionnelles (i18n, fichiers de configuration).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Le déploiement s’effectue via Gradle/Maven (tâche deploy) ou en copiant l’archive dans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deploy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Structure d’un module MVC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hello-web/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├─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bnd.bnd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├─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build.gradle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└─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src/main/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├─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java/com/acme/hello/HelloPortlet.java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└─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resources/META-INF/resources/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     ├─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view.jsp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     ├─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edit.jsp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     └─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css/js/img…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Cycle de vie / JSR-286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10000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Phases principales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1511ac"/>
                </a:solidFill>
                <a:latin typeface="Calibri"/>
              </a:rPr>
              <a:t>Action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Traitement d’une action utilisateur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Mise à jour du modèle + validation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1511ac"/>
                </a:solidFill>
                <a:latin typeface="Calibri"/>
              </a:rPr>
              <a:t>Render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Production du HTML final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Chargement de la JSP définie par mvcPath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1511ac"/>
                </a:solidFill>
                <a:latin typeface="Calibri"/>
              </a:rPr>
              <a:t>Resource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Requêtes AJAX / JSON / flux binaire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Implémentée via </a:t>
            </a:r>
            <a:r>
              <a:rPr b="0" i="1" lang="fr-FR" sz="2600" spc="-1" strike="noStrike">
                <a:solidFill>
                  <a:srgbClr val="000000"/>
                </a:solidFill>
                <a:latin typeface="Calibri"/>
              </a:rPr>
              <a:t>MVCResourceCommand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1511ac"/>
                </a:solidFill>
                <a:latin typeface="Calibri"/>
              </a:rPr>
              <a:t>Event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Communication inter-portlets (peu utilisée)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Modes &amp; États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507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 lnSpcReduction="10000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La spécification portlet JSR-286 (Portlet 2.0), toujours respectée par Liferay définit 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Des modes fonctionnels du portlet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view</a:t>
            </a: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 : Affichage, modèle par défaut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edit</a:t>
            </a: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 : Configuration, peu utilisé au détriment de la configuration OSGI s’affichant dans le menu configuration du portlet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help</a:t>
            </a: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 : aide (quasiment jamais implémenté)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432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Des états pour la fenêtre englobant le portlet dépend énormément du thème utilisé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normal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maximized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minimized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Portlet MVC : principes Liferay 7.4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507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Basé sur des modules </a:t>
            </a: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OSGi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Classe historique contrôleur : </a:t>
            </a: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MVCPortlet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avec surcharge des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méthodes </a:t>
            </a: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doView, processAction et serveResource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Vues : JSP sous </a:t>
            </a: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META-INF/resources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Sélection de la JSP via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Attribut d’annotation ou paramètre d’URL </a:t>
            </a:r>
            <a:r>
              <a:rPr b="1" i="1" lang="fr-FR" sz="1800" spc="-1" strike="noStrike">
                <a:solidFill>
                  <a:srgbClr val="1a2fad"/>
                </a:solidFill>
                <a:latin typeface="Calibri"/>
              </a:rPr>
              <a:t>mvc-path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Pattern command permettant une séparation claire, impliquant 3 classes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Action =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MVCActionCommand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Render =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MVCRenderCommand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Resource =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MVCResourceCommand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 Modèle MVC "Standard" 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PlaceHolder 2"/>
          <p:cNvSpPr>
            <a:spLocks noGrp="1"/>
          </p:cNvSpPr>
          <p:nvPr>
            <p:ph/>
          </p:nvPr>
        </p:nvSpPr>
        <p:spPr>
          <a:xfrm>
            <a:off x="900000" y="198000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242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portlet hérite de la classe MVCPortlet.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Toute la logique est regroupée dans une seule classe Java.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La méthode </a:t>
            </a: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processAction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(ou de propres méthodes </a:t>
            </a:r>
            <a:r>
              <a:rPr b="0" i="1" lang="fr-FR" sz="2800" spc="-1" strike="noStrike">
                <a:solidFill>
                  <a:srgbClr val="000000"/>
                </a:solidFill>
                <a:latin typeface="Arial"/>
              </a:rPr>
              <a:t>actionName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) gèrent les changements d'état (écriture en base).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La méthode </a:t>
            </a: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render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prépare les données pour la vue.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serveResource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gère les appels AJAX ou la génération de fichiers.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Idéal pour : Les portlets très simples avec 1 ou 2 vues maximum.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ail"/>
              </a:rPr>
              <a:t>Exemple MVCPortlet minimal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277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@Component(</a:t>
            </a:r>
            <a:endParaRPr b="0" lang="fr-FR" sz="1300" spc="-1" strike="noStrike">
              <a:solidFill>
                <a:srgbClr val="000000"/>
              </a:solidFill>
              <a:latin typeface="Courier New"/>
              <a:ea typeface="Noto Sans CJK SC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property = {</a:t>
            </a:r>
            <a:endParaRPr b="0" lang="fr-FR" sz="1300" spc="-1" strike="noStrike">
              <a:solidFill>
                <a:srgbClr val="000000"/>
              </a:solidFill>
              <a:latin typeface="Courier New"/>
              <a:ea typeface="Noto Sans CJK SC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"javax.portlet.name=demo_mvc",</a:t>
            </a:r>
            <a:endParaRPr b="0" lang="fr-FR" sz="1300" spc="-1" strike="noStrike">
              <a:solidFill>
                <a:srgbClr val="000000"/>
              </a:solidFill>
              <a:latin typeface="Courier New"/>
              <a:ea typeface="Noto Sans CJK SC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"javax.portlet.init-param.mvc-path=/view.jsp",</a:t>
            </a:r>
            <a:endParaRPr b="0" lang="fr-FR" sz="1300" spc="-1" strike="noStrike">
              <a:solidFill>
                <a:srgbClr val="000000"/>
              </a:solidFill>
              <a:latin typeface="Courier New"/>
              <a:ea typeface="Noto Sans CJK SC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"javax.portlet.display-name=Demo MVC"</a:t>
            </a:r>
            <a:endParaRPr b="0" lang="fr-FR" sz="1300" spc="-1" strike="noStrike">
              <a:solidFill>
                <a:srgbClr val="000000"/>
              </a:solidFill>
              <a:latin typeface="Courier New"/>
              <a:ea typeface="Noto Sans CJK SC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},</a:t>
            </a:r>
            <a:endParaRPr b="0" lang="fr-FR" sz="1300" spc="-1" strike="noStrike">
              <a:solidFill>
                <a:srgbClr val="000000"/>
              </a:solidFill>
              <a:latin typeface="Courier New"/>
              <a:ea typeface="Noto Sans CJK SC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service = Portlet.class</a:t>
            </a:r>
            <a:endParaRPr b="0" lang="fr-FR" sz="1300" spc="-1" strike="noStrike">
              <a:solidFill>
                <a:srgbClr val="000000"/>
              </a:solidFill>
              <a:latin typeface="Courier New"/>
              <a:ea typeface="Noto Sans CJK SC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)</a:t>
            </a:r>
            <a:endParaRPr b="0" lang="fr-FR" sz="1300" spc="-1" strike="noStrike">
              <a:solidFill>
                <a:srgbClr val="000000"/>
              </a:solidFill>
              <a:latin typeface="Courier New"/>
              <a:ea typeface="Noto Sans CJK SC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public class DemoMVCPortlet extends MVCPortlet { </a:t>
            </a:r>
            <a:endParaRPr b="0" lang="fr-FR" sz="1300" spc="-1" strike="noStrike">
              <a:solidFill>
                <a:srgbClr val="000000"/>
              </a:solidFill>
              <a:latin typeface="Courier New"/>
              <a:ea typeface="Noto Sans CJK SC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Courier New"/>
              <a:ea typeface="Noto Sans CJK SC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300" spc="-1" strike="noStrike">
              <a:solidFill>
                <a:srgbClr val="000000"/>
              </a:solidFill>
              <a:latin typeface="Courier New"/>
              <a:ea typeface="Noto Sans CJK SC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Courier New"/>
              <a:ea typeface="Noto Sans CJK S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ail"/>
              </a:rPr>
              <a:t>Implémentation méthodes standards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513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@Override </a:t>
            </a:r>
            <a:endParaRPr b="0" lang="fr-FR" sz="1300" spc="-1" strike="noStrike">
              <a:solidFill>
                <a:srgbClr val="000000"/>
              </a:solidFill>
              <a:latin typeface="Courier New"/>
              <a:ea typeface="Noto Sans CJK SC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public void processAction(ActionRequest req, ActionResponse res) { </a:t>
            </a:r>
            <a:endParaRPr b="0" lang="fr-FR" sz="1300" spc="-1" strike="noStrike">
              <a:solidFill>
                <a:srgbClr val="000000"/>
              </a:solidFill>
              <a:latin typeface="Courier New"/>
              <a:ea typeface="Noto Sans CJK SC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String action = ParamUtil.getString(req, "javax.portlet.action"); </a:t>
            </a:r>
            <a:endParaRPr b="0" lang="fr-FR" sz="1300" spc="-1" strike="noStrike">
              <a:solidFill>
                <a:srgbClr val="000000"/>
              </a:solidFill>
              <a:latin typeface="Courier New"/>
              <a:ea typeface="Noto Sans CJK SC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if (action.equals("addEvent")) { ... } </a:t>
            </a:r>
            <a:endParaRPr b="0" lang="fr-FR" sz="1300" spc="-1" strike="noStrike">
              <a:solidFill>
                <a:srgbClr val="000000"/>
              </a:solidFill>
              <a:latin typeface="Courier New"/>
              <a:ea typeface="Noto Sans CJK SC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else if (action.equals("deleteEvent")) { ... } </a:t>
            </a:r>
            <a:endParaRPr b="0" lang="fr-FR" sz="1300" spc="-1" strike="noStrike">
              <a:solidFill>
                <a:srgbClr val="000000"/>
              </a:solidFill>
              <a:latin typeface="Courier New"/>
              <a:ea typeface="Noto Sans CJK SC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300" spc="-1" strike="noStrike">
              <a:solidFill>
                <a:srgbClr val="000000"/>
              </a:solidFill>
              <a:latin typeface="Courier New"/>
              <a:ea typeface="Noto Sans CJK SC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Courier New"/>
              <a:ea typeface="Noto Sans CJK SC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@Override</a:t>
            </a:r>
            <a:endParaRPr b="0" lang="fr-FR" sz="1300" spc="-1" strike="noStrike">
              <a:solidFill>
                <a:srgbClr val="000000"/>
              </a:solidFill>
              <a:latin typeface="Courier New"/>
              <a:ea typeface="Noto Sans CJK SC"/>
            </a:endParaRPr>
          </a:p>
          <a:p>
            <a:pPr indent="0"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public void render(RenderRequest renderRequest, RenderResponse renderResponse)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throws IOException, PortletException {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/</a:t>
            </a:r>
            <a:r>
              <a:rPr b="0" lang="fr-FR" sz="1300" spc="-1" strike="noStrike">
                <a:solidFill>
                  <a:srgbClr val="127622"/>
                </a:solidFill>
                <a:latin typeface="Courier New"/>
              </a:rPr>
              <a:t>/ 1. Récupération via méthode métier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List&lt;String&gt; events =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service.getEvents()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;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1" lang="fr-FR" sz="1300" spc="-1" strike="noStrike">
                <a:solidFill>
                  <a:srgbClr val="127622"/>
                </a:solidFill>
                <a:latin typeface="Courier New"/>
              </a:rPr>
              <a:t>// 2. Positionnement des attributs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renderRequest.setAttribute("eventList", events);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int totalEvents = events.size();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renderRequest.setAttribute("hasEvents", totalEvents &gt; 0);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1" lang="fr-FR" sz="1300" spc="-1" strike="noStrike">
                <a:solidFill>
                  <a:srgbClr val="127622"/>
                </a:solidFill>
                <a:latin typeface="Courier New"/>
              </a:rPr>
              <a:t>// 4. Appel au moteur de rendu Liferay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super.render(renderRequest, renderResponse);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Pattern MVC Command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305"/>
          </a:bodyPr>
          <a:p>
            <a:pPr marL="432000" indent="-324000">
              <a:lnSpc>
                <a:spcPct val="115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Principes : Éclater la logique en petites classes spécialisées (les Commands) enregistrées via OSGi.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15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3 types de Commands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MVCActionCommand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Gère une action spécifique (ex: </a:t>
            </a:r>
            <a:r>
              <a:rPr b="0" i="1" lang="fr-FR" sz="2800" spc="-1" strike="noStrike">
                <a:solidFill>
                  <a:srgbClr val="000000"/>
                </a:solidFill>
                <a:latin typeface="Arial"/>
              </a:rPr>
              <a:t>AddEventActionCommand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MVCRenderCommand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Gère l'affichage d'une vue spécifique (ex: </a:t>
            </a:r>
            <a:r>
              <a:rPr b="0" i="1" lang="fr-FR" sz="2800" spc="-1" strike="noStrike">
                <a:solidFill>
                  <a:srgbClr val="000000"/>
                </a:solidFill>
                <a:latin typeface="Arial"/>
              </a:rPr>
              <a:t>ViewDetailsRenderCommand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MVCResourceCommand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Gère une ressource spécifique (ex: </a:t>
            </a:r>
            <a:r>
              <a:rPr b="0" i="1" lang="fr-FR" sz="2800" spc="-1" strike="noStrike">
                <a:solidFill>
                  <a:srgbClr val="000000"/>
                </a:solidFill>
                <a:latin typeface="Arial"/>
              </a:rPr>
              <a:t>ExportExcelResourceCommand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15000"/>
              </a:lnSpc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15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Avantage OSGi : On peut surcharger ou remplacer une seule action d'un portlet existant sans toucher au reste du code.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MVCActionCommand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: traitement &amp; validation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8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@Component(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property = {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"javax.portlet.name=demo_mvc",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"mvc.command.name=saveEntry"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},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service = MVCActionCommand.class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public class SaveEntryMVCActionCommand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implements MVCActionCommand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{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@Override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0c32cf"/>
                </a:solidFill>
                <a:latin typeface="Courier New"/>
              </a:rPr>
              <a:t>  </a:t>
            </a:r>
            <a:r>
              <a:rPr b="1" lang="fr-FR" sz="1800" spc="-1" strike="noStrike">
                <a:solidFill>
                  <a:srgbClr val="0c32cf"/>
                </a:solidFill>
                <a:latin typeface="Courier New"/>
              </a:rPr>
              <a:t>public boolean processAction(ActionRequest req, ActionResponse resp) {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String title = ParamUtil.getString(req, "title");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if (Validator.isNull(title)) {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SessionErrors.add(req, "title-required");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resp.setRenderParameter("mvcPath", "/edit.jsp");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return false;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SessionMessages.add(req, "entry-saved");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return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true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Navigation (Côté JSP)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4992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La navigation repose sur des URLs de portlet générées par des tags spécifiques.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Changer de vue (Render) :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&lt;portlet:renderURL var="detailsURL"&gt;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&lt;portlet:param name="mvcRenderCommandName" value="/event/details" /&gt;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&lt;portlet:param name="eventId" value="${event.id}" /&gt;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&lt;/portlet:renderURL&gt;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&lt;a href="${detailsURL}"&gt;Voir les détails&lt;/a&gt;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Déclencher une action (Action) :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&lt;portlet:actionURL name="/event/add" var="addEventURL" /&gt;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&lt;aui:form action="${addEventURL}" method="post"&gt; ... &lt;/aui:form&gt;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Navigation (Côté Java)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7494"/>
          </a:bodyPr>
          <a:p>
            <a:pPr marL="432000" indent="-324000"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L'aiguillage est assuré par la propriété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mvc.command.name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déclarée dans l'annotation @Component des classes Command.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@Component(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property = {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"javax.portlet.name=my_portlet_ID",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1" lang="fr-FR" sz="2200" spc="-1" strike="noStrike">
                <a:solidFill>
                  <a:srgbClr val="0c32cf"/>
                </a:solidFill>
                <a:latin typeface="Courier New"/>
              </a:rPr>
              <a:t>"mvc.command.name=/event/details"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// &lt;--- La clé de navigation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},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service = MVCRenderCommand.class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public class ViewDetailsRenderCommand implements MVCRenderCommand { ... }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Bef>
                <a:spcPts val="1417"/>
              </a:spcBef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Règle Liferay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 un paramètre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mvcRenderCommandName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est présent dans l'URL, Liferay cherche la classe correspondante.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 le paramètre est absent il se rabat sur mvcPath qui peut indiquer directement la vue JSP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Sinon, il se replie sur le mvc-path par défaut (souvent view.jsp).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Navigation entre vues via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mvcPath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Dans une JSP :</a:t>
            </a:r>
            <a:br>
              <a:rPr sz="2200"/>
            </a:b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</a:t>
            </a:r>
            <a:r>
              <a:rPr b="1" lang="fr-FR" sz="2200" spc="-1" strike="noStrike">
                <a:solidFill>
                  <a:srgbClr val="1a2fad"/>
                </a:solidFill>
                <a:latin typeface="Courier New"/>
              </a:rPr>
              <a:t>portlet:renderURL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var="editURL"&gt;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&lt;portlet:param name="</a:t>
            </a:r>
            <a:r>
              <a:rPr b="1" lang="fr-FR" sz="2200" spc="-1" strike="noStrike">
                <a:solidFill>
                  <a:srgbClr val="1a2fad"/>
                </a:solidFill>
                <a:latin typeface="Courier New"/>
              </a:rPr>
              <a:t>mvcPath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" value="/edit.jsp"/&gt;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&lt;/portlet:renderURL&gt;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Dans une </a:t>
            </a:r>
            <a:r>
              <a:rPr b="0" i="1" lang="fr-FR" sz="2200" spc="-1" strike="noStrike">
                <a:solidFill>
                  <a:srgbClr val="000000"/>
                </a:solidFill>
                <a:latin typeface="Calibri"/>
              </a:rPr>
              <a:t>ActionCommand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resp.</a:t>
            </a:r>
            <a:r>
              <a:rPr b="1" lang="fr-FR" sz="2200" spc="-1" strike="noStrike">
                <a:solidFill>
                  <a:srgbClr val="1a2fad"/>
                </a:solidFill>
                <a:latin typeface="Courier New"/>
              </a:rPr>
              <a:t>setRenderParameter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("</a:t>
            </a:r>
            <a:r>
              <a:rPr b="1" lang="fr-FR" sz="2200" spc="-1" strike="noStrike">
                <a:solidFill>
                  <a:srgbClr val="1a2fad"/>
                </a:solidFill>
                <a:latin typeface="Courier New"/>
              </a:rPr>
              <a:t>mvcPath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", "/edit.jsp");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Validation : concepts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Validation « métier » dans </a:t>
            </a: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MVCActionCommand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Utilitaires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ParamUtil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Validator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Messages 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Erreurs : SessionErrors.add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Information : SessionMessages.add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Affichage dans la JSP via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&lt;</a:t>
            </a:r>
            <a:r>
              <a:rPr b="1" i="1" lang="fr-FR" sz="2100" spc="-1" strike="noStrike">
                <a:solidFill>
                  <a:srgbClr val="1511ac"/>
                </a:solidFill>
                <a:latin typeface="Courier New"/>
              </a:rPr>
              <a:t>liferay-ui:error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511ac"/>
                </a:solidFill>
                <a:latin typeface="Courier New"/>
              </a:rPr>
              <a:t>&lt;liferay-ui:success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Validation côté service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La couche service gère la validation avancée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En cas d’erreur → exception métier (ex. </a:t>
            </a: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EntryValidationException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Permet une validation centralisée, réutilisable via APIs REST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"/>
          <p:cNvSpPr/>
          <p:nvPr/>
        </p:nvSpPr>
        <p:spPr>
          <a:xfrm>
            <a:off x="780120" y="6770880"/>
            <a:ext cx="3259080" cy="42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9 : Portlet MVC avec validation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Taglibs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</a:t>
            </a:r>
            <a:r>
              <a:rPr b="0" lang="fr-FR" sz="3200" spc="-1" strike="noStrike">
                <a:solidFill>
                  <a:srgbClr val="1511ac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PlaceHolder 2"/>
          <p:cNvSpPr>
            <a:spLocks noGrp="1"/>
          </p:cNvSpPr>
          <p:nvPr>
            <p:ph/>
          </p:nvPr>
        </p:nvSpPr>
        <p:spPr>
          <a:xfrm>
            <a:off x="534600" y="2055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865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Liferay a progressivement remplacé son framework historique par des standards plus ouverts.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0c32cf"/>
                </a:solidFill>
                <a:latin typeface="Arial"/>
              </a:rPr>
              <a:t>Liferay Util (AUI)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Historiquement basé sur YUI (Yahoo User Interface). En maintenance, mais encore très présent dans les anciens projets.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0c32cf"/>
                </a:solidFill>
                <a:latin typeface="Arial"/>
              </a:rPr>
              <a:t>Clay UI (Le présent)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C'est l'implémentation de Liferay du design system Lexicon.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Basé sur Bootstrap 4, il est plus léger et "responsive".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0c32cf"/>
                </a:solidFill>
                <a:latin typeface="Arial"/>
              </a:rPr>
              <a:t>Taglibs Standards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Liferay utilise toujours les JSTL (c:, fmt:) et les portlet tags (portlet:).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bases de AlloyUI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PlaceHolder 2"/>
          <p:cNvSpPr>
            <a:spLocks noGrp="1"/>
          </p:cNvSpPr>
          <p:nvPr>
            <p:ph/>
          </p:nvPr>
        </p:nvSpPr>
        <p:spPr>
          <a:xfrm>
            <a:off x="534600" y="2055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491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&lt;aui:form&gt;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: Gère automatiquement l'encapsulation des namespaces (évite les conflits d'ID entre portlets).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&lt;aui:input&gt;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: Génère le label, l'ID unique, et gère les types (text, checkbox, hidden).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&lt;aui:button-row&gt;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: Aligne proprement les boutons en bas de formulaire.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Bef>
                <a:spcPts val="283"/>
              </a:spcBef>
              <a:buNone/>
            </a:pPr>
            <a:br>
              <a:rPr sz="2200"/>
            </a:b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&lt;aui:form action="${actionURL}" name="fm"&gt;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&lt;aui:input name="userName" label="Nom d'utilisateur" /&gt;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&lt;aui:button-row&gt;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&lt;aui:button type="submit" value="Enregistrer" /&gt;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&lt;/aui:button-row&gt;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&lt;/aui:form&gt;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Clay UI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PlaceHolder 2"/>
          <p:cNvSpPr>
            <a:spLocks noGrp="1"/>
          </p:cNvSpPr>
          <p:nvPr>
            <p:ph/>
          </p:nvPr>
        </p:nvSpPr>
        <p:spPr>
          <a:xfrm>
            <a:off x="534600" y="1983960"/>
            <a:ext cx="9623520" cy="467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11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Clay UI est qu'une couche graphique (Lexicon) appliquée sur les composants Bootstrap.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Toutes les classes de Bootstrap4 peuvent être utilisées dans les JSP Liferay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Grille responsive immédiate.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Utilitaires de marges et d'espacement (spacing).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Composants familiers pour les développeurs Front-end.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Il permet également d'afficher des composants complexes avec très peu de code en passant des objets Java respectant des interfaces.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&lt;clay:management-toolbar&gt;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La barre d'outils standard avec recherche, filtre et tri.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&lt;clay:navigation-bar&gt;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Pour créer des onglets ou des menus de navigation.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&lt;clay:alert&gt;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Pour les messages de succès ou d'erreur stylisés Lexicon.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 classes Bootstrap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PlaceHolder 2"/>
          <p:cNvSpPr>
            <a:spLocks noGrp="1"/>
          </p:cNvSpPr>
          <p:nvPr>
            <p:ph/>
          </p:nvPr>
        </p:nvSpPr>
        <p:spPr>
          <a:xfrm>
            <a:off x="534600" y="2160000"/>
            <a:ext cx="9623520" cy="504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34371"/>
          </a:bodyPr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&lt;div </a:t>
            </a: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class="container-fluid-1230"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&lt;div </a:t>
            </a: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class="sheet"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&lt;div </a:t>
            </a: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class="sheet-header"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&lt;h2 </a:t>
            </a: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class="sheet-title"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&gt;${event == null ? 'Créer un événement' : 'Modifier l\'événement'}&lt;/h2&gt;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&lt;/div&gt;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&lt;aui:form action="${saveEventURL}" name="fm"&gt;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&lt;aui:model-context bean="${event}" model="&lt;%= Event.class %&gt;" /&gt;         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&lt;div </a:t>
            </a: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class="sheet-item"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&lt;div </a:t>
            </a: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class="row"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&lt;div </a:t>
            </a: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class="col-md-8"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&lt;aui:input name="title" label="Titre de l'événement" placeholder="Ex: Conférence Java" /&gt;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&lt;/div&gt;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&lt;div </a:t>
            </a: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class="col-md-4"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&gt;  &lt;aui:input name="date" label="Date" type="date" /&gt; &lt;/div&gt;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&lt;/div&gt;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&lt;aui:input name="location" label="Lieu"&gt; &lt;aui:validator name="required" /&gt; &lt;/aui:input&gt;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&lt;/div&gt;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&lt;div </a:t>
            </a: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class="sheet-footer"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&lt;aui:button-row&gt;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&lt;aui:button type="submit" value="Enregistrer" cssClass="btn-primary" /&gt;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&lt;aui:button type="cancel" onClick="${viewURL}" cssClass="btn-secondary" /&gt;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&lt;/aui:button-row&gt;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&lt;/div&gt;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&lt;/aui:form&gt;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&lt;/div&gt;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&lt;/div&gt;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Objets Java pour ClayUI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7" name="PlaceHolder 2"/>
          <p:cNvSpPr>
            <a:spLocks noGrp="1"/>
          </p:cNvSpPr>
          <p:nvPr>
            <p:ph/>
          </p:nvPr>
        </p:nvSpPr>
        <p:spPr>
          <a:xfrm>
            <a:off x="534600" y="2055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43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composants dynamiques de Clay attendent des objets qui implémentent des interfaces  du package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com.liferay.frontend.taglib.clay.</a:t>
            </a:r>
            <a:br>
              <a:rPr sz="3200"/>
            </a:b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taglib Clay se charge de les transformer en JSON pour que le composant React/Javascript de Liferay les affiche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3 objets majeurs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CreationMenu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Définit le bouton "+" (Ajouter).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DropdownItem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Définit les éléments d'un menu déroulant ou d'actions.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InfoPanel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Définit les panneaux de détails latéraux.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 </a:t>
            </a:r>
            <a:r>
              <a:rPr b="0" i="1" lang="fr-FR" sz="4400" spc="-1" strike="noStrike">
                <a:solidFill>
                  <a:srgbClr val="000000"/>
                </a:solidFill>
                <a:latin typeface="Arial"/>
              </a:rPr>
              <a:t>DropdownItem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PlaceHolder 2"/>
          <p:cNvSpPr>
            <a:spLocks noGrp="1"/>
          </p:cNvSpPr>
          <p:nvPr>
            <p:ph/>
          </p:nvPr>
        </p:nvSpPr>
        <p:spPr>
          <a:xfrm>
            <a:off x="534600" y="2055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37496" lnSpcReduction="10000"/>
          </a:bodyPr>
          <a:p>
            <a:pPr indent="0">
              <a:spcAft>
                <a:spcPts val="283"/>
              </a:spcAft>
              <a:buNone/>
            </a:pPr>
            <a:r>
              <a:rPr b="1" lang="fr-FR" sz="5400" spc="-1" strike="noStrike">
                <a:solidFill>
                  <a:srgbClr val="168253"/>
                </a:solidFill>
                <a:latin typeface="Courier New"/>
              </a:rPr>
              <a:t>– </a:t>
            </a:r>
            <a:r>
              <a:rPr b="1" lang="fr-FR" sz="5400" spc="-1" strike="noStrike">
                <a:solidFill>
                  <a:srgbClr val="168253"/>
                </a:solidFill>
                <a:latin typeface="Courier New"/>
              </a:rPr>
              <a:t>RenderCommand</a:t>
            </a:r>
            <a:endParaRPr b="0" lang="fr-FR" sz="5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List&lt;DropdownItem&gt; dropdownItems = new ArrayList&lt;&gt;();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// Option Modifier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DropdownItem editItem = new DropdownItem();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editItem.setHref(renderResponse.createRenderURL(), "mvcPath", "/edit.jsp", "eventId", eventId);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editItem.setLabel("Modifier");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editItem.setIcon("pencil");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dropdownItems.add(editItem);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// Option Supprimer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DropdownItem deleteItem = new DropdownItem();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deleteItem.setHref(renderResponse.createActionURL(), "mvcActionCommandName", "/event/delete");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deleteItem.setLabel("Supprimer");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deleteItem.setIcon("trash");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dropdownItems.add(deleteItem);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1" lang="fr-FR" sz="3200" spc="-1" strike="noStrike">
                <a:solidFill>
                  <a:srgbClr val="0c32cf"/>
                </a:solidFill>
                <a:latin typeface="Courier New"/>
              </a:rPr>
              <a:t>renderRequest.setAttribute("eventActionItems", dropdownItems);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1" lang="fr-FR" sz="5400" spc="-1" strike="noStrike">
                <a:solidFill>
                  <a:srgbClr val="168253"/>
                </a:solidFill>
                <a:latin typeface="Courier New"/>
              </a:rPr>
              <a:t>— </a:t>
            </a:r>
            <a:r>
              <a:rPr b="1" lang="fr-FR" sz="5400" spc="-1" strike="noStrike">
                <a:solidFill>
                  <a:srgbClr val="168253"/>
                </a:solidFill>
                <a:latin typeface="Courier New"/>
              </a:rPr>
              <a:t>JSP</a:t>
            </a:r>
            <a:endParaRPr b="0" lang="fr-FR" sz="54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&lt;clay:dropdown-actions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items="${eventActionItems}"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/&gt;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PlaceHolder 1"/>
          <p:cNvSpPr>
            <a:spLocks noGrp="1"/>
          </p:cNvSpPr>
          <p:nvPr>
            <p:ph type="title"/>
          </p:nvPr>
        </p:nvSpPr>
        <p:spPr>
          <a:xfrm>
            <a:off x="1090800" y="507960"/>
            <a:ext cx="850788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Affichage de données – Search Container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PlaceHolder 2"/>
          <p:cNvSpPr>
            <a:spLocks noGrp="1"/>
          </p:cNvSpPr>
          <p:nvPr>
            <p:ph/>
          </p:nvPr>
        </p:nvSpPr>
        <p:spPr>
          <a:xfrm>
            <a:off x="534600" y="2019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427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Pour afficher des listes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liferay-ui:search-container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. 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Il est moderne, supporte la pagination et le tri.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&lt;liferay-ui:search-container total="${eventCount}" delta="10"&gt;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&lt;liferay-ui:search-container-results results="${eventList}" /&gt;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&lt;liferay-ui:search-container-row className="org.formation.model.Event" modelVar="event"&gt;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&lt;liferay-ui:search-container-column-text name="Nom" value="${event.name}" /&gt;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&lt;liferay-ui:search-container-column-text name="Date" value="${event.date}" /&gt;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&lt;/liferay-ui:search-container-row&gt;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&lt;liferay-ui:search-iterator /&gt;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&lt;/liferay-ui:search-container&gt;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Tag et définition d’objets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PlaceHolder 2"/>
          <p:cNvSpPr>
            <a:spLocks noGrp="1"/>
          </p:cNvSpPr>
          <p:nvPr>
            <p:ph/>
          </p:nvPr>
        </p:nvSpPr>
        <p:spPr>
          <a:xfrm>
            <a:off x="534600" y="2019960"/>
            <a:ext cx="9623520" cy="500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843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Certains tags sont quasiment tout le temps présent. Leur rôle est d'injecter des variables Java directement dans le contexte de la page.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&lt;portlet:defineObjects /&gt;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 : Spécification Portlet.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Objets injectés : renderRequest, renderResponse, portletConfig, portletPreferences.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Indispensable pour créer des URLs (renderURL, actionURL) ou lire les préférences du portlet dans la JSP.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&lt;liferay-theme:defineObjects /&gt;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Objets injectés : </a:t>
            </a:r>
            <a:r>
              <a:rPr b="0" i="1" lang="fr-FR" sz="2800" spc="-1" strike="noStrike">
                <a:solidFill>
                  <a:srgbClr val="000000"/>
                </a:solidFill>
                <a:latin typeface="Arial"/>
              </a:rPr>
              <a:t>themeDisplay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, user, layout (la page actuelle), scopeGroupId.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themeDisplay. (le couteau suisse) Permet de récupérer le logo, le nom du site, vérifier si l'utilisateur est connecté, ou obtenir l'URL du portail.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&lt;liferay-frontend:defineObjects /&gt;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 : Apparu avec Liferay 7, il complète les deux précédents pour le développement moderne.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Principalement des utilitaires pour les nouveaux composants (comme les contextes d'affichage).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Souvent nécessaire pour que les </a:t>
            </a:r>
            <a:r>
              <a:rPr b="0" i="1" lang="fr-FR" sz="2800" spc="-1" strike="noStrike">
                <a:solidFill>
                  <a:srgbClr val="000000"/>
                </a:solidFill>
                <a:latin typeface="Arial"/>
              </a:rPr>
              <a:t>taglibs clay: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ou </a:t>
            </a:r>
            <a:r>
              <a:rPr b="0" i="1" lang="fr-FR" sz="2800" spc="-1" strike="noStrike">
                <a:solidFill>
                  <a:srgbClr val="000000"/>
                </a:solidFill>
                <a:latin typeface="Arial"/>
              </a:rPr>
              <a:t>liferay-frontend: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Taglib </a:t>
            </a:r>
            <a:r>
              <a:rPr b="0" i="1" lang="fr-FR" sz="4400" spc="-1" strike="noStrike">
                <a:solidFill>
                  <a:srgbClr val="000000"/>
                </a:solidFill>
                <a:latin typeface="Arial"/>
              </a:rPr>
              <a:t>liferay-frontend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PlaceHolder 2"/>
          <p:cNvSpPr>
            <a:spLocks noGrp="1"/>
          </p:cNvSpPr>
          <p:nvPr>
            <p:ph/>
          </p:nvPr>
        </p:nvSpPr>
        <p:spPr>
          <a:xfrm>
            <a:off x="534600" y="2055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9053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Cette bibliothèque fournit des composants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de structure qui "habillent" les formulaires et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pages au look Liferay.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composants majeurs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&lt;liferay-frontend:edit-form&gt;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Une version 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améliorée de &lt;aui:form&gt; optimisée pour les 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écrans de configuration.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&lt;liferay-frontend:fieldset-group&gt;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Regroupe 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ensembles de champs dans un panneau 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rétractable ou stylisé.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&lt;liferay-frontend:sidebar-panel&gt;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Crée des 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panneaux latéraux coulissants.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"/>
          <p:cNvSpPr/>
          <p:nvPr/>
        </p:nvSpPr>
        <p:spPr>
          <a:xfrm>
            <a:off x="376920" y="6770880"/>
            <a:ext cx="3259080" cy="42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10 : Taglibs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Taglibs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Service Builder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Objectifs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Définir un modèle métier avec </a:t>
            </a:r>
            <a:r>
              <a:rPr b="1" i="1" lang="fr-FR" sz="3200" spc="-1" strike="noStrike">
                <a:solidFill>
                  <a:srgbClr val="1a2fad"/>
                </a:solidFill>
                <a:latin typeface="Calibri"/>
              </a:rPr>
              <a:t>service.xml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1a2fad"/>
                </a:solidFill>
                <a:latin typeface="Calibri"/>
              </a:rPr>
              <a:t>Générer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 tables, Classes du modèle, de la persistance &amp; les services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1a2fad"/>
                </a:solidFill>
                <a:latin typeface="Calibri"/>
              </a:rPr>
              <a:t>Implémenter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 les règles métier dans la couche service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1a2fad"/>
                </a:solidFill>
                <a:latin typeface="Calibri"/>
              </a:rPr>
              <a:t>Exposer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 des APIs RestFul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Calibri"/>
              </a:rPr>
              <a:t>Etapes de mise en place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Décrire le domaine dans </a:t>
            </a: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service.xml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Exécuter </a:t>
            </a: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gradlew buildService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Compléter </a:t>
            </a: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LocalServiceImpl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avec la logique métier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Appeler le service depuis les classes portlets ou les remote apps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Calibri"/>
              </a:rPr>
              <a:t>Exemple d’entité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&lt;entity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name="Event"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local-service="true" remote-service="false"&gt;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1" lang="fr-FR" sz="18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!-- Colonnes identifiantes --&gt;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name="eventId" type="long" primary="true"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name="groupId" type="long"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name="companyId" type="long"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name="userId" type="long"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1" lang="fr-FR" sz="18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!-- Champs spécifiques --&gt;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name="name" type="String"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name="date" type="Date"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    </a:t>
            </a:r>
            <a:r>
              <a:rPr b="1" lang="fr-FR" sz="18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!-- Requêtes --&gt;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&lt;finder name="GroupId" return-type="Collection"&gt;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&lt;finder-column name="groupId"/&gt;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&lt;/finder&gt;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&lt;/entity&gt;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Tables générées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Table SQL : même nom que l’entité préfixé par le namespace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Avec colonnes auto-gérées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companyId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groupId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userId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uuid_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createDate, modifiedDate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PlaceHolder 1"/>
          <p:cNvSpPr>
            <a:spLocks noGrp="1"/>
          </p:cNvSpPr>
          <p:nvPr>
            <p:ph type="title"/>
          </p:nvPr>
        </p:nvSpPr>
        <p:spPr>
          <a:xfrm>
            <a:off x="1090800" y="1146960"/>
            <a:ext cx="8507880" cy="127116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971000" indent="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4400" spc="123" strike="noStrike">
                <a:solidFill>
                  <a:schemeClr val="dk1"/>
                </a:solidFill>
                <a:latin typeface="Arial"/>
              </a:rPr>
              <a:t>Fichiers</a:t>
            </a:r>
            <a:r>
              <a:rPr b="0" lang="fr-FR" sz="4400" spc="148" strike="noStrike">
                <a:solidFill>
                  <a:schemeClr val="dk1"/>
                </a:solidFill>
                <a:latin typeface="Arial"/>
              </a:rPr>
              <a:t> </a:t>
            </a:r>
            <a:r>
              <a:rPr b="0" lang="fr-FR" sz="4400" spc="202" strike="noStrike">
                <a:solidFill>
                  <a:schemeClr val="dk1"/>
                </a:solidFill>
                <a:latin typeface="Arial"/>
              </a:rPr>
              <a:t>générés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" name="PlaceHolder 2"/>
          <p:cNvSpPr>
            <a:spLocks noGrp="1"/>
          </p:cNvSpPr>
          <p:nvPr>
            <p:ph type="sldNum" idx="111"/>
          </p:nvPr>
        </p:nvSpPr>
        <p:spPr>
          <a:xfrm>
            <a:off x="10069920" y="7229160"/>
            <a:ext cx="54252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816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26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8160" indent="0">
              <a:lnSpc>
                <a:spcPts val="2721"/>
              </a:lnSpc>
              <a:buNone/>
              <a:tabLst>
                <a:tab algn="l" pos="0"/>
              </a:tabLst>
            </a:pPr>
            <a:fld id="{46EE7126-64F1-47D8-93C7-48513051538E}" type="slidenum">
              <a:rPr b="0" lang="fr-FR" sz="2400" spc="-26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9" name="object 18"/>
          <p:cNvSpPr/>
          <p:nvPr/>
        </p:nvSpPr>
        <p:spPr>
          <a:xfrm>
            <a:off x="872640" y="1980000"/>
            <a:ext cx="8125560" cy="534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346680" indent="-334080">
              <a:lnSpc>
                <a:spcPts val="2769"/>
              </a:lnSpc>
              <a:spcBef>
                <a:spcPts val="366"/>
              </a:spcBef>
              <a:tabLst>
                <a:tab algn="l" pos="0"/>
              </a:tabLst>
            </a:pPr>
            <a:r>
              <a:rPr b="0" lang="fr-FR" sz="2450" spc="72" strike="noStrike">
                <a:solidFill>
                  <a:srgbClr val="000000"/>
                </a:solidFill>
                <a:latin typeface="Arial"/>
                <a:ea typeface="DejaVu Sans"/>
              </a:rPr>
              <a:t>La commande </a:t>
            </a:r>
            <a:r>
              <a:rPr b="0" i="1" lang="fr-FR" sz="2450" spc="72" strike="noStrike">
                <a:solidFill>
                  <a:srgbClr val="000000"/>
                </a:solidFill>
                <a:latin typeface="Arial"/>
                <a:ea typeface="DejaVu Sans"/>
              </a:rPr>
              <a:t>blade</a:t>
            </a:r>
            <a:r>
              <a:rPr b="0" lang="fr-FR" sz="2450" spc="72" strike="noStrike">
                <a:solidFill>
                  <a:srgbClr val="000000"/>
                </a:solidFill>
                <a:latin typeface="Arial"/>
                <a:ea typeface="DejaVu Sans"/>
              </a:rPr>
              <a:t> de création de projet génère 2 modules :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lvl="1" marL="346680" indent="-334080">
              <a:lnSpc>
                <a:spcPts val="2769"/>
              </a:lnSpc>
              <a:spcBef>
                <a:spcPts val="366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50" spc="72" strike="noStrike">
                <a:solidFill>
                  <a:srgbClr val="000000"/>
                </a:solidFill>
                <a:latin typeface="Arial"/>
                <a:ea typeface="DejaVu Sans"/>
              </a:rPr>
              <a:t>Module </a:t>
            </a:r>
            <a:r>
              <a:rPr b="1" lang="fr-FR" sz="2450" spc="72" strike="noStrike">
                <a:solidFill>
                  <a:srgbClr val="1a2fad"/>
                </a:solidFill>
                <a:latin typeface="Arial"/>
                <a:ea typeface="DejaVu Sans"/>
              </a:rPr>
              <a:t>Service</a:t>
            </a:r>
            <a:r>
              <a:rPr b="0" lang="fr-FR" sz="2450" spc="72" strike="noStrike">
                <a:solidFill>
                  <a:srgbClr val="000000"/>
                </a:solidFill>
                <a:latin typeface="Arial"/>
                <a:ea typeface="DejaVu Sans"/>
              </a:rPr>
              <a:t> contenant </a:t>
            </a:r>
            <a:r>
              <a:rPr b="0" i="1" lang="fr-FR" sz="2450" spc="72" strike="noStrike">
                <a:solidFill>
                  <a:srgbClr val="000000"/>
                </a:solidFill>
                <a:latin typeface="Arial"/>
                <a:ea typeface="DejaVu Sans"/>
              </a:rPr>
              <a:t>service.xml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lvl="1" marL="346680" indent="-334080">
              <a:lnSpc>
                <a:spcPts val="2769"/>
              </a:lnSpc>
              <a:spcBef>
                <a:spcPts val="366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50" spc="72" strike="noStrike">
                <a:solidFill>
                  <a:srgbClr val="000000"/>
                </a:solidFill>
                <a:latin typeface="Arial"/>
                <a:ea typeface="DejaVu Sans"/>
              </a:rPr>
              <a:t>Module </a:t>
            </a:r>
            <a:r>
              <a:rPr b="1" lang="fr-FR" sz="2450" spc="72" strike="noStrike">
                <a:solidFill>
                  <a:srgbClr val="1a2fad"/>
                </a:solidFill>
                <a:latin typeface="Arial"/>
                <a:ea typeface="DejaVu Sans"/>
              </a:rPr>
              <a:t>API</a:t>
            </a:r>
            <a:r>
              <a:rPr b="0" lang="fr-FR" sz="2450" spc="72" strike="noStrike">
                <a:solidFill>
                  <a:srgbClr val="000000"/>
                </a:solidFill>
                <a:latin typeface="Arial"/>
                <a:ea typeface="DejaVu Sans"/>
              </a:rPr>
              <a:t> qui reflète les méthodes qui sont implémentées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marL="346680" indent="-334080">
              <a:lnSpc>
                <a:spcPts val="2769"/>
              </a:lnSpc>
              <a:spcBef>
                <a:spcPts val="366"/>
              </a:spcBef>
              <a:tabLst>
                <a:tab algn="l" pos="0"/>
              </a:tabLst>
            </a:pP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marL="346680" indent="-334080">
              <a:lnSpc>
                <a:spcPts val="2769"/>
              </a:lnSpc>
              <a:spcBef>
                <a:spcPts val="366"/>
              </a:spcBef>
              <a:tabLst>
                <a:tab algn="l" pos="0"/>
              </a:tabLst>
            </a:pPr>
            <a:r>
              <a:rPr b="0" lang="fr-FR" sz="2450" spc="72" strike="noStrike">
                <a:solidFill>
                  <a:srgbClr val="000000"/>
                </a:solidFill>
                <a:latin typeface="Arial"/>
                <a:ea typeface="DejaVu Sans"/>
              </a:rPr>
              <a:t>Après avoir mis au point </a:t>
            </a:r>
            <a:r>
              <a:rPr b="0" i="1" lang="fr-FR" sz="2450" spc="72" strike="noStrike">
                <a:solidFill>
                  <a:srgbClr val="000000"/>
                </a:solidFill>
                <a:latin typeface="Arial"/>
                <a:ea typeface="DejaVu Sans"/>
              </a:rPr>
              <a:t>service.xml</a:t>
            </a:r>
            <a:r>
              <a:rPr b="0" lang="fr-FR" sz="2450" spc="72" strike="noStrike">
                <a:solidFill>
                  <a:srgbClr val="000000"/>
                </a:solidFill>
                <a:latin typeface="Arial"/>
                <a:ea typeface="DejaVu Sans"/>
              </a:rPr>
              <a:t>, on génère les classes via une commande Gradle </a:t>
            </a:r>
            <a:br>
              <a:rPr sz="2450"/>
            </a:br>
            <a:r>
              <a:rPr b="0" i="1" lang="fr-FR" sz="2450" spc="72" strike="noStrike">
                <a:solidFill>
                  <a:srgbClr val="000000"/>
                </a:solidFill>
                <a:latin typeface="Arial"/>
                <a:ea typeface="DejaVu Sans"/>
              </a:rPr>
              <a:t>./gradlew buildService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marL="346680" indent="-334080">
              <a:lnSpc>
                <a:spcPts val="2769"/>
              </a:lnSpc>
              <a:spcBef>
                <a:spcPts val="366"/>
              </a:spcBef>
              <a:tabLst>
                <a:tab algn="l" pos="0"/>
              </a:tabLst>
            </a:pP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marL="346680" indent="-334080">
              <a:lnSpc>
                <a:spcPts val="2769"/>
              </a:lnSpc>
              <a:spcBef>
                <a:spcPts val="366"/>
              </a:spcBef>
              <a:tabLst>
                <a:tab algn="l" pos="0"/>
              </a:tabLst>
            </a:pPr>
            <a:r>
              <a:rPr b="0" lang="fr-FR" sz="2450" spc="72" strike="noStrike">
                <a:solidFill>
                  <a:srgbClr val="000000"/>
                </a:solidFill>
                <a:latin typeface="Arial"/>
                <a:ea typeface="DejaVu Sans"/>
              </a:rPr>
              <a:t>Les classes sont générées dans les 2 modules :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lvl="1" marL="346680" indent="-334080">
              <a:lnSpc>
                <a:spcPts val="2769"/>
              </a:lnSpc>
              <a:spcBef>
                <a:spcPts val="366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50" spc="72" strike="noStrike">
                <a:solidFill>
                  <a:srgbClr val="000000"/>
                </a:solidFill>
                <a:latin typeface="Arial"/>
                <a:ea typeface="DejaVu Sans"/>
              </a:rPr>
              <a:t>Service : Classes </a:t>
            </a:r>
            <a:r>
              <a:rPr b="1" lang="fr-FR" sz="2450" spc="72" strike="noStrike">
                <a:solidFill>
                  <a:srgbClr val="1a2fad"/>
                </a:solidFill>
                <a:latin typeface="Arial"/>
                <a:ea typeface="DejaVu Sans"/>
              </a:rPr>
              <a:t>d’implémentation</a:t>
            </a:r>
            <a:r>
              <a:rPr b="0" lang="fr-FR" sz="2450" spc="72" strike="noStrike">
                <a:solidFill>
                  <a:srgbClr val="000000"/>
                </a:solidFill>
                <a:latin typeface="Arial"/>
                <a:ea typeface="DejaVu Sans"/>
              </a:rPr>
              <a:t> appliquant des patterns classiques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lvl="1" marL="346680" indent="-334080">
              <a:lnSpc>
                <a:spcPts val="2769"/>
              </a:lnSpc>
              <a:spcBef>
                <a:spcPts val="366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50" spc="72" strike="noStrike">
                <a:solidFill>
                  <a:srgbClr val="000000"/>
                </a:solidFill>
                <a:latin typeface="Arial"/>
                <a:ea typeface="DejaVu Sans"/>
              </a:rPr>
              <a:t>API : </a:t>
            </a:r>
            <a:r>
              <a:rPr b="1" lang="fr-FR" sz="2450" spc="72" strike="noStrike">
                <a:solidFill>
                  <a:srgbClr val="1a2fad"/>
                </a:solidFill>
                <a:latin typeface="Arial"/>
                <a:ea typeface="DejaVu Sans"/>
              </a:rPr>
              <a:t>Interfaces</a:t>
            </a:r>
            <a:r>
              <a:rPr b="0" lang="fr-FR" sz="2450" spc="72" strike="noStrike">
                <a:solidFill>
                  <a:srgbClr val="000000"/>
                </a:solidFill>
                <a:latin typeface="Arial"/>
                <a:ea typeface="DejaVu Sans"/>
              </a:rPr>
              <a:t> utilisées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Principales interfaces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interfaces sont utilisées par les autres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modules. Elles sont organisées en package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Model : </a:t>
            </a:r>
            <a:r>
              <a:rPr b="1" i="1" lang="fr-FR" sz="2800" spc="-1" strike="noStrike">
                <a:solidFill>
                  <a:srgbClr val="1a2fad"/>
                </a:solidFill>
                <a:latin typeface="Arial"/>
                <a:ea typeface="Noto Sans CJK SC"/>
              </a:rPr>
              <a:t>&lt;Entity&gt;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: getter/setter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Service :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2400" spc="-1" strike="noStrike">
                <a:solidFill>
                  <a:srgbClr val="1a2fad"/>
                </a:solidFill>
                <a:latin typeface="Arial"/>
                <a:ea typeface="Noto Sans CJK SC"/>
              </a:rPr>
              <a:t>&lt;Entity&gt;</a:t>
            </a:r>
            <a:r>
              <a:rPr b="1" i="1" lang="fr-FR" sz="2400" spc="-1" strike="noStrike">
                <a:solidFill>
                  <a:srgbClr val="1a2fad"/>
                </a:solidFill>
                <a:latin typeface="Arial"/>
                <a:ea typeface="Noto Sans CJK SC"/>
              </a:rPr>
              <a:t>LocalService </a:t>
            </a:r>
            <a:r>
              <a:rPr b="0" lang="fr-FR" sz="2400" spc="-1" strike="noStrike">
                <a:solidFill>
                  <a:srgbClr val="000000"/>
                </a:solidFill>
                <a:latin typeface="Arial"/>
                <a:ea typeface="Noto Sans CJK SC"/>
              </a:rPr>
              <a:t>: Les méthodes exposées et </a:t>
            </a:r>
            <a:r>
              <a:rPr b="0" lang="fr-FR" sz="2400" spc="-1" strike="noStrike">
                <a:solidFill>
                  <a:srgbClr val="000000"/>
                </a:solidFill>
                <a:latin typeface="Arial"/>
                <a:ea typeface="Noto Sans CJK SC"/>
              </a:rPr>
              <a:t>utilisables par les autres modules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2400" spc="-1" strike="noStrike">
                <a:solidFill>
                  <a:srgbClr val="1a2fad"/>
                </a:solidFill>
                <a:latin typeface="Arial"/>
                <a:ea typeface="Noto Sans CJK SC"/>
              </a:rPr>
              <a:t>&lt;Entity&gt;</a:t>
            </a:r>
            <a:r>
              <a:rPr b="1" i="1" lang="fr-FR" sz="2400" spc="-1" strike="noStrike">
                <a:solidFill>
                  <a:srgbClr val="1a2fad"/>
                </a:solidFill>
                <a:latin typeface="Arial"/>
                <a:ea typeface="Noto Sans CJK SC"/>
              </a:rPr>
              <a:t>Persistence </a:t>
            </a:r>
            <a:r>
              <a:rPr b="0" lang="fr-FR" sz="2400" spc="-1" strike="noStrike">
                <a:solidFill>
                  <a:srgbClr val="000000"/>
                </a:solidFill>
                <a:latin typeface="Arial"/>
                <a:ea typeface="Noto Sans CJK SC"/>
              </a:rPr>
              <a:t>: Interface pour gérer la persistance de </a:t>
            </a:r>
            <a:r>
              <a:rPr b="0" lang="fr-FR" sz="2400" spc="-1" strike="noStrike">
                <a:solidFill>
                  <a:srgbClr val="000000"/>
                </a:solidFill>
                <a:latin typeface="Arial"/>
                <a:ea typeface="Noto Sans CJK SC"/>
              </a:rPr>
              <a:t>l’entité utilisée par l’implémentation du service 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4400" spc="188" strike="noStrike">
                <a:solidFill>
                  <a:schemeClr val="dk1"/>
                </a:solidFill>
                <a:latin typeface="Arial"/>
              </a:rPr>
              <a:t>Implémentation du Service</a:t>
            </a:r>
            <a:r>
              <a:rPr b="0" lang="fr-FR" sz="4400" spc="143" strike="noStrike">
                <a:solidFill>
                  <a:schemeClr val="dk1"/>
                </a:solidFill>
                <a:latin typeface="Arial"/>
              </a:rPr>
              <a:t> </a:t>
            </a:r>
            <a:r>
              <a:rPr b="0" lang="fr-FR" sz="4400" spc="197" strike="noStrike">
                <a:solidFill>
                  <a:schemeClr val="dk1"/>
                </a:solidFill>
                <a:latin typeface="Arial"/>
              </a:rPr>
              <a:t>local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280" cy="542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1"/>
              </a:spcBef>
              <a:buNone/>
              <a:tabLst>
                <a:tab algn="l" pos="0"/>
              </a:tabLst>
            </a:pPr>
            <a:r>
              <a:rPr b="0" lang="fr-FR" sz="3200" spc="43" strike="noStrike">
                <a:solidFill>
                  <a:srgbClr val="000000"/>
                </a:solidFill>
                <a:latin typeface="Arial"/>
              </a:rPr>
              <a:t>Dans le module service, </a:t>
            </a:r>
            <a:r>
              <a:rPr b="0" i="1" lang="fr-FR" sz="3200" spc="43" strike="noStrike">
                <a:solidFill>
                  <a:srgbClr val="000000"/>
                </a:solidFill>
                <a:latin typeface="Arial"/>
              </a:rPr>
              <a:t>ServiceBuilder</a:t>
            </a:r>
            <a:r>
              <a:rPr b="0" i="1" lang="fr-FR" sz="3200" spc="8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3200" spc="77" strike="noStrike">
                <a:solidFill>
                  <a:srgbClr val="000000"/>
                </a:solidFill>
                <a:latin typeface="Arial"/>
              </a:rPr>
              <a:t>génère l’implémentation</a:t>
            </a:r>
            <a:r>
              <a:rPr b="0" lang="fr-FR" sz="3200" spc="72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1" i="1" lang="fr-FR" sz="2800" spc="180" strike="noStrike">
                <a:solidFill>
                  <a:srgbClr val="00007f"/>
                </a:solidFill>
                <a:latin typeface="Gill Sans MT"/>
              </a:rPr>
              <a:t>&lt;Entity&gt;LocalServiceImpl</a:t>
            </a:r>
            <a:r>
              <a:rPr b="1" i="1" lang="fr-FR" sz="2800" spc="52" strike="noStrike">
                <a:solidFill>
                  <a:srgbClr val="00007f"/>
                </a:solidFill>
                <a:latin typeface="Gill Sans MT"/>
              </a:rPr>
              <a:t> </a:t>
            </a:r>
            <a:r>
              <a:rPr b="0" lang="fr-FR" sz="2800" spc="58" strike="noStrike">
                <a:solidFill>
                  <a:srgbClr val="000000"/>
                </a:solidFill>
                <a:latin typeface="Arial"/>
              </a:rPr>
              <a:t>:</a:t>
            </a:r>
            <a:r>
              <a:rPr b="0" lang="fr-FR" sz="2800" spc="63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46" strike="noStrike">
                <a:solidFill>
                  <a:srgbClr val="000000"/>
                </a:solidFill>
                <a:latin typeface="Arial"/>
              </a:rPr>
              <a:t>C'est</a:t>
            </a:r>
            <a:r>
              <a:rPr b="0" lang="fr-FR" sz="2800" spc="58" strike="noStrike">
                <a:solidFill>
                  <a:srgbClr val="000000"/>
                </a:solidFill>
                <a:latin typeface="Arial"/>
              </a:rPr>
              <a:t> la</a:t>
            </a:r>
            <a:r>
              <a:rPr b="0" lang="fr-FR" sz="2800" spc="6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800" spc="32" strike="noStrike">
                <a:solidFill>
                  <a:srgbClr val="000000"/>
                </a:solidFill>
                <a:latin typeface="Arial"/>
              </a:rPr>
              <a:t>classe</a:t>
            </a:r>
            <a:r>
              <a:rPr b="0" lang="fr-FR" sz="2800" spc="58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800" spc="46" strike="noStrike">
                <a:solidFill>
                  <a:srgbClr val="000000"/>
                </a:solidFill>
                <a:latin typeface="Arial"/>
              </a:rPr>
              <a:t>que </a:t>
            </a:r>
            <a:r>
              <a:rPr b="0" lang="fr-FR" sz="2800" spc="77" strike="noStrike">
                <a:solidFill>
                  <a:srgbClr val="000000"/>
                </a:solidFill>
                <a:latin typeface="Arial"/>
              </a:rPr>
              <a:t>l'on</a:t>
            </a:r>
            <a:r>
              <a:rPr b="0" lang="fr-FR" sz="2800" spc="46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800" spc="92" strike="noStrike">
                <a:solidFill>
                  <a:srgbClr val="000000"/>
                </a:solidFill>
                <a:latin typeface="Arial"/>
              </a:rPr>
              <a:t>peut</a:t>
            </a:r>
            <a:r>
              <a:rPr b="0" lang="fr-FR" sz="2800" spc="4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800" spc="58" strike="noStrike">
                <a:solidFill>
                  <a:srgbClr val="000000"/>
                </a:solidFill>
                <a:latin typeface="Arial"/>
              </a:rPr>
              <a:t>modifier en y ajoutant des méthodes métier.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52" strike="noStrike">
                <a:solidFill>
                  <a:srgbClr val="000000"/>
                </a:solidFill>
                <a:latin typeface="Arial"/>
              </a:rPr>
              <a:t>ServiceBuilder</a:t>
            </a:r>
            <a:r>
              <a:rPr b="0" lang="fr-FR" sz="2800" spc="46" strike="noStrike">
                <a:solidFill>
                  <a:srgbClr val="000000"/>
                </a:solidFill>
                <a:latin typeface="Arial"/>
              </a:rPr>
              <a:t> synchronise </a:t>
            </a:r>
            <a:r>
              <a:rPr b="0" lang="fr-FR" sz="2800" spc="63" strike="noStrike">
                <a:solidFill>
                  <a:srgbClr val="000000"/>
                </a:solidFill>
                <a:latin typeface="Arial"/>
              </a:rPr>
              <a:t>l'interface publiée.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12600" indent="0">
              <a:lnSpc>
                <a:spcPts val="1913"/>
              </a:lnSpc>
              <a:spcBef>
                <a:spcPts val="961"/>
              </a:spcBef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12600" indent="-324000">
              <a:lnSpc>
                <a:spcPct val="100000"/>
              </a:lnSpc>
              <a:spcBef>
                <a:spcPts val="11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63" strike="noStrike">
                <a:solidFill>
                  <a:srgbClr val="000000"/>
                </a:solidFill>
                <a:latin typeface="Arial"/>
                <a:ea typeface="Noto Sans CJK SC"/>
              </a:rPr>
              <a:t>Le code gère automatiquement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63" strike="noStrike">
                <a:solidFill>
                  <a:srgbClr val="000000"/>
                </a:solidFill>
                <a:latin typeface="Arial"/>
                <a:ea typeface="Noto Sans CJK SC"/>
              </a:rPr>
              <a:t>Transactions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63" strike="noStrike">
                <a:solidFill>
                  <a:srgbClr val="000000"/>
                </a:solidFill>
                <a:latin typeface="Arial"/>
                <a:ea typeface="Noto Sans CJK SC"/>
              </a:rPr>
              <a:t>Injections OSGi des services cœur de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PlaceHolder 1"/>
          <p:cNvSpPr>
            <a:spLocks noGrp="1"/>
          </p:cNvSpPr>
          <p:nvPr>
            <p:ph type="title"/>
          </p:nvPr>
        </p:nvSpPr>
        <p:spPr>
          <a:xfrm>
            <a:off x="1090800" y="1146960"/>
            <a:ext cx="8507880" cy="127116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3034800" indent="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4400" spc="202" strike="noStrike">
                <a:solidFill>
                  <a:schemeClr val="dk1"/>
                </a:solidFill>
                <a:latin typeface="Arial"/>
              </a:rPr>
              <a:t>Exemple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PlaceHolder 2"/>
          <p:cNvSpPr>
            <a:spLocks noGrp="1"/>
          </p:cNvSpPr>
          <p:nvPr>
            <p:ph type="sldNum" idx="112"/>
          </p:nvPr>
        </p:nvSpPr>
        <p:spPr>
          <a:xfrm>
            <a:off x="10069920" y="7229160"/>
            <a:ext cx="54252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816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26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8160" indent="0">
              <a:lnSpc>
                <a:spcPts val="2721"/>
              </a:lnSpc>
              <a:buNone/>
              <a:tabLst>
                <a:tab algn="l" pos="0"/>
              </a:tabLst>
            </a:pPr>
            <a:fld id="{E6928E1F-055B-4FDF-BFCD-D52BA573E7B1}" type="slidenum">
              <a:rPr b="0" lang="fr-FR" sz="2400" spc="-26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6" name="object 52"/>
          <p:cNvSpPr/>
          <p:nvPr/>
        </p:nvSpPr>
        <p:spPr>
          <a:xfrm>
            <a:off x="1079640" y="2249280"/>
            <a:ext cx="8342280" cy="511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1520" bIns="0" anchor="t">
            <a:spAutoFit/>
          </a:bodyPr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public Event addEvent(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long userId, long groupId, String name, Date date,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ServiceContext sc) throws PortalException {</a:t>
            </a:r>
            <a:br>
              <a:rPr sz="1600"/>
            </a:b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1" lang="fr-FR" sz="1800" spc="-1" strike="noStrike">
                <a:solidFill>
                  <a:srgbClr val="168253"/>
                </a:solidFill>
                <a:latin typeface="Arial"/>
                <a:ea typeface="DejaVu Sans"/>
              </a:rPr>
              <a:t>        </a:t>
            </a:r>
            <a:r>
              <a:rPr b="1" lang="fr-FR" sz="1600" spc="-52" strike="noStrike">
                <a:solidFill>
                  <a:srgbClr val="168253"/>
                </a:solidFill>
                <a:latin typeface="Courier New"/>
                <a:ea typeface="DejaVu Sans"/>
              </a:rPr>
              <a:t>// Service coeur de Liferay permettant de trouver un nouvel ID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long eventId = </a:t>
            </a:r>
            <a:r>
              <a:rPr b="1" lang="fr-FR" sz="1600" spc="-52" strike="noStrike">
                <a:solidFill>
                  <a:srgbClr val="1511ac"/>
                </a:solidFill>
                <a:latin typeface="Courier New"/>
                <a:ea typeface="DejaVu Sans"/>
              </a:rPr>
              <a:t>counterLocalService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.increment(Event.class.getName());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1" lang="fr-FR" sz="1800" spc="-1" strike="noStrike">
                <a:solidFill>
                  <a:srgbClr val="168253"/>
                </a:solidFill>
                <a:latin typeface="Arial"/>
                <a:ea typeface="DejaVu Sans"/>
              </a:rPr>
              <a:t>       </a:t>
            </a:r>
            <a:r>
              <a:rPr b="1" lang="fr-FR" sz="1600" spc="-52" strike="noStrike">
                <a:solidFill>
                  <a:srgbClr val="168253"/>
                </a:solidFill>
                <a:latin typeface="Courier New"/>
                <a:ea typeface="DejaVu Sans"/>
              </a:rPr>
              <a:t>// Interface autorisation les opérations persistence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Event event = </a:t>
            </a:r>
            <a:r>
              <a:rPr b="1" lang="fr-FR" sz="1600" spc="-52" strike="noStrike">
                <a:solidFill>
                  <a:srgbClr val="1511ac"/>
                </a:solidFill>
                <a:latin typeface="Courier New"/>
                <a:ea typeface="DejaVu Sans"/>
              </a:rPr>
              <a:t>eventPersistence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.create(eventId);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event.setGroupId(groupId);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event.setCompanyId(sc.getCompanyId());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event.setUserId(userId);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event.setName(name);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event.setDate(date);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return super.addEvent(event);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}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PlaceHolder 1"/>
          <p:cNvSpPr>
            <a:spLocks noGrp="1"/>
          </p:cNvSpPr>
          <p:nvPr>
            <p:ph type="title"/>
          </p:nvPr>
        </p:nvSpPr>
        <p:spPr>
          <a:xfrm>
            <a:off x="1090800" y="114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200" spc="-1" strike="noStrike">
                <a:solidFill>
                  <a:srgbClr val="000000"/>
                </a:solidFill>
                <a:latin typeface="Calibri"/>
              </a:rPr>
              <a:t>Utiliser des services</a:t>
            </a:r>
            <a:endParaRPr b="0" lang="fr-F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2 alternatives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Utiliser directement le service en </a:t>
            </a:r>
            <a:r>
              <a:rPr b="1" lang="fr-FR" sz="2600" spc="-1" strike="noStrike">
                <a:solidFill>
                  <a:srgbClr val="1a2fad"/>
                </a:solidFill>
                <a:latin typeface="Calibri"/>
              </a:rPr>
              <a:t>local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.</a:t>
            </a:r>
            <a:br>
              <a:rPr sz="2600"/>
            </a:b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Le module portlet définit une dépendance sur l’api et se fait injecter le service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Accéder au service en mode remote 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1a2fad"/>
                </a:solidFill>
                <a:latin typeface="Calibri"/>
              </a:rPr>
              <a:t>SOAP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= héritage, non recommandé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1a2fad"/>
                </a:solidFill>
                <a:latin typeface="Calibri"/>
              </a:rPr>
              <a:t>JSON Web Services/JAX-RS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, éventuellement à désactiver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Solution moderne = </a:t>
            </a:r>
            <a:r>
              <a:rPr b="1" lang="fr-FR" sz="2000" spc="-1" strike="noStrike">
                <a:solidFill>
                  <a:srgbClr val="1a2fad"/>
                </a:solidFill>
                <a:latin typeface="Calibri"/>
              </a:rPr>
              <a:t>REST Builder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 : Documentation automatique OpenAPI, Sécurisation OAuth2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Intégration portlet du serviceLocal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Ajouter la dépendance vers le module API dans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build.gradle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S’injecter l’interface via OSGI</a:t>
            </a:r>
            <a:br>
              <a:rPr sz="3200"/>
            </a:b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@Reference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private EventLocalService _eventLocalService;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Utiliser les méthodes dans les méthodes des portlets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"/>
          <p:cNvSpPr/>
          <p:nvPr/>
        </p:nvSpPr>
        <p:spPr>
          <a:xfrm>
            <a:off x="736200" y="6770880"/>
            <a:ext cx="3259080" cy="42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11 :Couche Service via ServiceBuilder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3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Taglibs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RestBuilder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La commande blade de démarrage de projet crée 2 modules principaux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Api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Contient les interfaces de service REST et les DTO.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C'est là que l’on définit les ressources (méthodes GET, POST, etc.).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Impl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Contient l'implémentation de ces services REST.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C'est là que l’on injecte le Service local et que l’on fait le mapping entre les entités de Service Builder et les DTO Headless.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Définition du contrat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fichier api/src/main/resources/</a:t>
            </a:r>
            <a:r>
              <a:rPr b="1" i="1" lang="fr-FR" sz="3200" spc="-1" strike="noStrike">
                <a:solidFill>
                  <a:srgbClr val="1a2fad"/>
                </a:solidFill>
                <a:latin typeface="Arial"/>
              </a:rPr>
              <a:t>rest-openapi.yaml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permet de définir le contrat en OpenAPI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Ensuite, </a:t>
            </a:r>
            <a:r>
              <a:rPr b="1" i="1" lang="fr-FR" sz="3200" spc="-1" strike="noStrike">
                <a:solidFill>
                  <a:srgbClr val="1a2fad"/>
                </a:solidFill>
                <a:latin typeface="Arial"/>
              </a:rPr>
              <a:t>./gradlew clean buildRest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permet de générer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classes DTO Java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L'interface Java de votre service Headless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squelette de la classe d'implémentation dans le sous-module </a:t>
            </a:r>
            <a:r>
              <a:rPr b="1" i="1" lang="fr-FR" sz="2800" spc="-1" strike="noStrike">
                <a:solidFill>
                  <a:srgbClr val="1a2fad"/>
                </a:solidFill>
                <a:latin typeface="Arial"/>
              </a:rPr>
              <a:t>-impl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Toute la configuration JAX-RS (Application avec les propriétés OSGi) nécessaire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Implémentation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De la même façon, l’implémentation a une dépendance sur l’API du service et se fait injecter le service local existant par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Elle est également responsable du mapping entre classe du modèle et DTO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PlaceHolder 2"/>
          <p:cNvSpPr>
            <a:spLocks noGrp="1"/>
          </p:cNvSpPr>
          <p:nvPr>
            <p:ph/>
          </p:nvPr>
        </p:nvSpPr>
        <p:spPr>
          <a:xfrm>
            <a:off x="720000" y="2083320"/>
            <a:ext cx="8792280" cy="45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3333" lnSpcReduction="10000"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public class EventResourceImpl </a:t>
            </a:r>
            <a:r>
              <a:rPr b="1" lang="fr-FR" sz="3200" spc="-1" strike="noStrike">
                <a:solidFill>
                  <a:srgbClr val="1a2fad"/>
                </a:solidFill>
                <a:latin typeface="Courier New"/>
              </a:rPr>
              <a:t>extends BaseEventResourceImpl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{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a2fad"/>
                </a:solidFill>
                <a:latin typeface="Courier New"/>
              </a:rPr>
              <a:t>@Reference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a2fad"/>
                </a:solidFill>
                <a:latin typeface="Courier New"/>
              </a:rPr>
              <a:t>private EventLocalService _eventLocalService;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a2fad"/>
                </a:solidFill>
                <a:latin typeface="Courier New"/>
              </a:rPr>
              <a:t>@Override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public Page&lt;Event&gt; getEventsPage(Long groupId) throws Exception {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069a2e"/>
                </a:solidFill>
                <a:latin typeface="Courier New"/>
              </a:rPr>
              <a:t>// Appel du service local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List&lt;org.formation.event.model.Event&gt; events =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_eventLocalService.getEvents(groupId, 0, 20);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069a2e"/>
                </a:solidFill>
                <a:latin typeface="Courier New"/>
              </a:rPr>
              <a:t>// Mapper la liste d'entités en liste de DTO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List&lt;Event&gt; eventDTOs = events.stream()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.map(this::toEventDTO)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.collect(Collectors.toList());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069a2e"/>
                </a:solidFill>
                <a:latin typeface="Courier New"/>
              </a:rPr>
              <a:t>// ENVELOPPER le tout dans l'objet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return Page.of(eventDTOs);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Intégration dans Liferay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45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5306"/>
          </a:bodyPr>
          <a:p>
            <a:pPr marL="432000" indent="-324000">
              <a:lnSpc>
                <a:spcPct val="115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Après un déploiement avec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./gradlew deploy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, le service  est intégré dans l’écosystème Liferay qui intègre nativement Swagger UI</a:t>
            </a:r>
            <a:br>
              <a:rPr sz="3200"/>
            </a:br>
            <a:r>
              <a:rPr b="1" i="1" lang="fr-FR" sz="3200" spc="-1" strike="noStrike">
                <a:solidFill>
                  <a:srgbClr val="c9211e"/>
                </a:solidFill>
                <a:latin typeface="Arial"/>
              </a:rPr>
              <a:t>Menu Global → Applications → API Explorer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Aft>
                <a:spcPts val="283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Visualisation de tous les endpoints déployés (natifs et personnalisés).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Aft>
                <a:spcPts val="283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Test des requêtes (GET, POST, etc.) avec authentification automatique de la session.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Aft>
                <a:spcPts val="283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Génération de jetons d'authentification pour les tests.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15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URLs Utiles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Aft>
                <a:spcPts val="283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Swagger UI : </a:t>
            </a: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http://localhost:8080/o/api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Aft>
                <a:spcPts val="283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Définition OpenAPI (JSON) : </a:t>
            </a: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http://localhost:8080/o/openapi/v1.0/openapi.json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Aft>
                <a:spcPts val="283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Liste des schémas REST : </a:t>
            </a:r>
            <a:br>
              <a:rPr sz="2800"/>
            </a:b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http://localhost:8080/o/rest-openapi/v1.0/openapi.json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"/>
          <p:cNvSpPr/>
          <p:nvPr/>
        </p:nvSpPr>
        <p:spPr>
          <a:xfrm>
            <a:off x="134280" y="6842880"/>
            <a:ext cx="3259080" cy="42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12.1 : Service Restful via RestBuilder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Client extensions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Dans les récentes versions de Liferay, une alternative au portlet est proposée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frontend est alors développé avec des technologies standards (React, Vue, Angular ou Vanilla JS) et communique avec Liferay via des APIs REST.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Avantages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000000"/>
                </a:solidFill>
                <a:latin typeface="Arial"/>
              </a:rPr>
              <a:t>Indépendance technologique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Pas besoin de compétences Java pour créer une interface.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000000"/>
                </a:solidFill>
                <a:latin typeface="Arial"/>
              </a:rPr>
              <a:t>Sécurité du Core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Le code personnalisé s'exécute dans le navigateur ou sur un serveur distant, sans risque de faire "tomber" le portail.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000000"/>
                </a:solidFill>
                <a:latin typeface="Arial"/>
              </a:rPr>
              <a:t>Mise à jour simplifiée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On peut modifier le frontend sans redémarrer le serveur Liferay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PlaceHolder 1"/>
          <p:cNvSpPr>
            <a:spLocks noGrp="1"/>
          </p:cNvSpPr>
          <p:nvPr>
            <p:ph type="title"/>
          </p:nvPr>
        </p:nvSpPr>
        <p:spPr>
          <a:xfrm>
            <a:off x="1090800" y="508680"/>
            <a:ext cx="8507880" cy="124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Anatomie d'un "Élément Personnalisé"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Pour que Liferay affiche l’application JS comme un Widget, 3 éléments sont nécessaires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e31c9"/>
                </a:solidFill>
                <a:latin typeface="Arial"/>
              </a:rPr>
              <a:t>Le Code (index.js)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Un Web Component standard (CustomElement) qui contient la logique et le rendu HTML.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e31c9"/>
                </a:solidFill>
                <a:latin typeface="Arial"/>
              </a:rPr>
              <a:t>La Déclaration (YAML ou UI)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On définit l'identité de l'application et on spécifie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2400" spc="-1" strike="noStrike">
                <a:solidFill>
                  <a:srgbClr val="1e31c9"/>
                </a:solidFill>
                <a:latin typeface="Arial"/>
              </a:rPr>
              <a:t>htmlElementName</a:t>
            </a: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 : Le tag HTML unique (ex: &lt;my-app&gt;).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2400" spc="-1" strike="noStrike">
                <a:solidFill>
                  <a:srgbClr val="1e31c9"/>
                </a:solidFill>
                <a:latin typeface="Arial"/>
              </a:rPr>
              <a:t>url</a:t>
            </a: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 : Le chemin vers le fichier JavaScript.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e31c9"/>
                </a:solidFill>
                <a:latin typeface="Arial"/>
              </a:rPr>
              <a:t>Le Rendu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Liferay injecte automatiquement la balise et le script sur la page. Le navigateur instancie alors l'application.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 WebComponent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6870"/>
          </a:bodyPr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class MyEventWidget extends HTMLElement {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connectedCallback() {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1" lang="fr-FR" sz="3200" spc="-1" strike="noStrike">
                <a:solidFill>
                  <a:srgbClr val="168253"/>
                </a:solidFill>
                <a:latin typeface="Courier New"/>
              </a:rPr>
              <a:t>// Le rendu HTML est injecté ici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this.innerHTML = `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&lt;div class="card"&gt;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&lt;div class="card-body"&gt;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&lt;h5&gt;Mes Événements&lt;/h5&gt;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&lt;button id="btn" class="btn btn-primary"&gt;Rafraîchir&lt;/button&gt;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&lt;/div&gt;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&lt;/div&gt;`;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1" lang="fr-FR" sz="3200" spc="-1" strike="noStrike">
                <a:solidFill>
                  <a:srgbClr val="168253"/>
                </a:solidFill>
                <a:latin typeface="Courier New"/>
              </a:rPr>
              <a:t>// La logique (ex: clic) est encapsulée 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this.querySelector('#btn').addEventListener('click', () =&gt; {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alert('Appel API Liferay imminent !');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});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1" lang="fr-FR" sz="3200" spc="-1" strike="noStrike">
                <a:solidFill>
                  <a:srgbClr val="168253"/>
                </a:solidFill>
                <a:latin typeface="Courier New"/>
              </a:rPr>
              <a:t>// Enregistrement du tag HTML &lt;my-event-list&gt; 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customElements.define('my-event-list', MyEventWidget);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Définition .yaml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Aft>
                <a:spcPts val="283"/>
              </a:spcAft>
              <a:buNone/>
            </a:pPr>
            <a:r>
              <a:rPr b="1" lang="fr-FR" sz="2200" spc="-1" strike="noStrike">
                <a:solidFill>
                  <a:srgbClr val="168253"/>
                </a:solidFill>
                <a:latin typeface="Courier New"/>
              </a:rPr>
              <a:t># L'identifiant de l’extension dans Liferay</a:t>
            </a:r>
            <a:endParaRPr b="0" lang="fr-FR" sz="2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my-event-widget:</a:t>
            </a:r>
            <a:endParaRPr b="0" lang="fr-FR" sz="2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name: Liste des Événements</a:t>
            </a:r>
            <a:endParaRPr b="0" lang="fr-FR" sz="2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type: customElement</a:t>
            </a:r>
            <a:endParaRPr b="0" lang="fr-FR" sz="2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1" lang="fr-FR" sz="2200" spc="-1" strike="noStrike">
                <a:solidFill>
                  <a:srgbClr val="168253"/>
                </a:solidFill>
                <a:latin typeface="Courier New"/>
              </a:rPr>
              <a:t># Le tag que le navigateur va instancier</a:t>
            </a:r>
            <a:endParaRPr b="0" lang="fr-FR" sz="2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htmlElementName: my-event-list </a:t>
            </a:r>
            <a:endParaRPr b="0" lang="fr-FR" sz="2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1" lang="fr-FR" sz="2200" spc="-1" strike="noStrike">
                <a:solidFill>
                  <a:srgbClr val="168253"/>
                </a:solidFill>
                <a:latin typeface="Courier New"/>
              </a:rPr>
              <a:t># Le chemin vers le fichier JS compilé</a:t>
            </a:r>
            <a:endParaRPr b="0" lang="fr-FR" sz="2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url: index.js </a:t>
            </a:r>
            <a:endParaRPr b="0" lang="fr-FR" sz="2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1" lang="fr-FR" sz="2200" spc="-1" strike="noStrike">
                <a:solidFill>
                  <a:srgbClr val="168253"/>
                </a:solidFill>
                <a:latin typeface="Courier New"/>
              </a:rPr>
              <a:t># Les fichiers CSS associés</a:t>
            </a:r>
            <a:endParaRPr b="0" lang="fr-FR" sz="2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cssURLs:</a:t>
            </a:r>
            <a:endParaRPr b="0" lang="fr-FR" sz="2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- main.css</a:t>
            </a:r>
            <a:endParaRPr b="0" lang="fr-FR" sz="2200" spc="-1" strike="noStrike">
              <a:solidFill>
                <a:srgbClr val="000000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PlaceHolder 1"/>
          <p:cNvSpPr>
            <a:spLocks noGrp="1"/>
          </p:cNvSpPr>
          <p:nvPr>
            <p:ph type="title"/>
          </p:nvPr>
        </p:nvSpPr>
        <p:spPr>
          <a:xfrm>
            <a:off x="1090800" y="508680"/>
            <a:ext cx="8507880" cy="124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Communication Liferay et Authentification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Cycle de vie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L'utilisateur charge la page.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composant JS est monté.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composant appelle l'API REST en utilisant </a:t>
            </a: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fetch()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vers le endpoint Liferay.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données sont affichées dans le widget.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Si application est sur le même domaine, elle bénéficie des cookies de session.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Sinon il faut implémenter CORS + un flux oAuth2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Contexte : Liferay fournit l’objet global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Liferay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qui contient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themeDisplay : 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Qui permet d’accéder à </a:t>
            </a:r>
            <a:r>
              <a:rPr b="0" i="1" lang="fr-FR" sz="2800" spc="-1" strike="noStrike">
                <a:solidFill>
                  <a:srgbClr val="000000"/>
                </a:solidFill>
                <a:latin typeface="Arial"/>
              </a:rPr>
              <a:t>groupId, companyId,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etc..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authToken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pour sécuriser les requêtes contre les failles CSRF qui doit être utilisé dans l’entête </a:t>
            </a: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x-csrf-token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Autres types de client extension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PlaceHolder 2"/>
          <p:cNvSpPr>
            <a:spLocks noGrp="1"/>
          </p:cNvSpPr>
          <p:nvPr>
            <p:ph/>
          </p:nvPr>
        </p:nvSpPr>
        <p:spPr>
          <a:xfrm>
            <a:off x="944280" y="1939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6666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extensions d'UI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Custom Element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JS / CSS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Permet d'injecter des fichiers JavaScript ou des feuilles de style globalement sur le portail ou sur une page spécifique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Theme CSS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Spécifique pour surcharger les variables CSS d'un thème sans avoir à créer un thème complet.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extensions de "Logique" et Data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Batch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Permet d'importer massivement des données (Utilisateurs, Objets, Entrées de blog) via des fichiers JSON au moment du déploiement.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Object Action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Permet d'appeler une URL externe (une fonction Lambda, une API Node.js) dès qu'un événement survient dans Liferay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Workflow Action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Similaire aux actions d'objet, mais déclenché lors des étapes d'un flux de validation.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extensions de Configuration et Traduction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I18n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Permet d'ajouter de nouvelles clés de traduction pour le portail ou d'écraser les traductions natives de Liferay.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Configuration de l'éditeur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Permet de personnaliser les barres d'outils de l'éditeur de texte riche (CKEditor) pour ajouter ou supprimer des boutons.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"/>
          <p:cNvSpPr/>
          <p:nvPr/>
        </p:nvSpPr>
        <p:spPr>
          <a:xfrm>
            <a:off x="62640" y="7061760"/>
            <a:ext cx="3259080" cy="42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12.2 : CustomElement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Taglibs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Sécurité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Principes des permissions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PlaceHolder 2"/>
          <p:cNvSpPr>
            <a:spLocks noGrp="1"/>
          </p:cNvSpPr>
          <p:nvPr>
            <p:ph/>
          </p:nvPr>
        </p:nvSpPr>
        <p:spPr>
          <a:xfrm>
            <a:off x="534600" y="2097720"/>
            <a:ext cx="9622080" cy="4380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0555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Une permission répond toujours à la question :</a:t>
            </a:r>
            <a:br>
              <a:rPr sz="3200"/>
            </a:b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“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Qui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 peut faire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quoi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 sur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quoi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 ?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Une permission combine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</a:t>
            </a:r>
            <a:r>
              <a:rPr b="1" lang="fr-FR" sz="2800" spc="-1" strike="noStrike">
                <a:solidFill>
                  <a:srgbClr val="0c32cf"/>
                </a:solidFill>
                <a:latin typeface="Arial"/>
              </a:rPr>
              <a:t>rôles 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affectés 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à un utilisateur : Qui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</a:t>
            </a:r>
            <a:r>
              <a:rPr b="1" lang="fr-FR" sz="2800" spc="-1" strike="noStrike">
                <a:solidFill>
                  <a:srgbClr val="0c32cf"/>
                </a:solidFill>
                <a:latin typeface="Arial"/>
              </a:rPr>
              <a:t>actions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(VIEW, UPDATE, DELETE…) : Quoi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</a:t>
            </a:r>
            <a:r>
              <a:rPr b="1" lang="fr-FR" sz="2800" spc="-1" strike="noStrike">
                <a:solidFill>
                  <a:srgbClr val="0c32cf"/>
                </a:solidFill>
                <a:latin typeface="Arial"/>
              </a:rPr>
              <a:t>ressources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Sur Quoi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même moteur de permissions est utilisé pour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pages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contenus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portlets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APIs REST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PlaceHolder 1"/>
          <p:cNvSpPr>
            <a:spLocks noGrp="1"/>
          </p:cNvSpPr>
          <p:nvPr>
            <p:ph type="title"/>
          </p:nvPr>
        </p:nvSpPr>
        <p:spPr>
          <a:xfrm>
            <a:off x="1090800" y="508320"/>
            <a:ext cx="8507520" cy="124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Configuration des permissions d'un Widget (Interface)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6666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Accès à la configuration : Chaque widget (portlet) déposé sur une page possède un menu "Droits d’accès" (icône engrenage).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Onglet Permissions : Permet de définir manuellement quel rôle peut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Voir, Ajouter à la page, Configurer, Droits d’accès, ..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Configuration : Modifier les réglages propres au widget.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Permissions : Déléguer la gestion des droits de ce widget à d'autres rôles.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Portée : Ces réglages s'appliquent à l'instance spécifique du widget sur la page ou au niveau du site selon le contexte.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Application des permissions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5" name="PlaceHolder 2"/>
          <p:cNvSpPr>
            <a:spLocks noGrp="1"/>
          </p:cNvSpPr>
          <p:nvPr>
            <p:ph/>
          </p:nvPr>
        </p:nvSpPr>
        <p:spPr>
          <a:xfrm>
            <a:off x="534600" y="2091960"/>
            <a:ext cx="9622080" cy="474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permissions s’appliquent à plusieurs niveaux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Dans l’interface :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cacher une ligne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désactiver un bouton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masquer une action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Dans la couche service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bloquer une modification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empêcher une suppression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Dans les APIs REST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autoriser ou refuser l’accès à une ressource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Filtrer des résultats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Déclaration des permissions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PlaceHolder 2"/>
          <p:cNvSpPr>
            <a:spLocks noGrp="1"/>
          </p:cNvSpPr>
          <p:nvPr>
            <p:ph/>
          </p:nvPr>
        </p:nvSpPr>
        <p:spPr>
          <a:xfrm>
            <a:off x="456480" y="2097720"/>
            <a:ext cx="9622080" cy="4380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Chaque module peut (et doit) déclarer ses propres permissions dans un fichier défini par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portlet.properties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 :</a:t>
            </a:r>
            <a:br>
              <a:rPr sz="3200"/>
            </a:br>
            <a:r>
              <a:rPr b="1" lang="fr-FR" sz="2000" spc="-1" strike="noStrike">
                <a:solidFill>
                  <a:srgbClr val="1e31c9"/>
                </a:solidFill>
                <a:latin typeface="Courier New"/>
                <a:ea typeface="Noto Sans CJK SC"/>
              </a:rPr>
              <a:t>resource.actions.configs=resource-actions/default.xml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On y définit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les actions possibles et visibles dans l’interface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les actions autorisées par défaut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 portlet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9" name="PlaceHolder 2"/>
          <p:cNvSpPr>
            <a:spLocks noGrp="1"/>
          </p:cNvSpPr>
          <p:nvPr>
            <p:ph/>
          </p:nvPr>
        </p:nvSpPr>
        <p:spPr>
          <a:xfrm>
            <a:off x="540000" y="1980000"/>
            <a:ext cx="9622080" cy="503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0000" lnSpcReduction="20000"/>
          </a:bodyPr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&lt;resource-action-mapping&gt;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&lt;portlet-resource&gt;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&lt;portlet-name&gt;com_acme_events_web_portlet_EventsPortlet&lt;/portlet-name&gt;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&lt;permissions&gt;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             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</a:t>
            </a:r>
            <a:r>
              <a:rPr b="1" lang="fr-FR" sz="10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!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-- actions supportées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&lt;supports&gt;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&lt;action-key&gt;ACCESS_IN_CONTROL_PANEL&lt;/action-key&gt;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&lt;action-key&gt;CONFIGURATION&lt;/action-key&gt;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&lt;action-key&gt;PERMISSIONS&lt;/action-key&gt;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&lt;/supports&gt;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             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</a:t>
            </a:r>
            <a:r>
              <a:rPr b="1" lang="fr-FR" sz="10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!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-- permissions par défaut, lors de l’installation du module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&lt;site-member-defaults&gt;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&lt;/site-member-defaults&gt;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&lt;guest-defaults&gt;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&lt;/guest-defaults&gt;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             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</a:t>
            </a:r>
            <a:r>
              <a:rPr b="1" lang="fr-FR" sz="10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!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-- actions visibles et assignables dans l’interface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&lt;action-key&gt;ACCESS_IN_CONTROL_PANEL&lt;/action-key&gt;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&lt;action-key&gt;CONFIGURATION&lt;/action-key&gt;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&lt;action-key&gt;PERMISSIONS&lt;/action-key&gt;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&lt;/action-keys&gt;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&lt;/permissions&gt;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&lt;/portlet-resource&gt;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&lt;/resource-action-mapping&gt;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 Modèle métier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PlaceHolder 2"/>
          <p:cNvSpPr>
            <a:spLocks noGrp="1"/>
          </p:cNvSpPr>
          <p:nvPr>
            <p:ph/>
          </p:nvPr>
        </p:nvSpPr>
        <p:spPr>
          <a:xfrm>
            <a:off x="534600" y="1980000"/>
            <a:ext cx="9622080" cy="521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31111"/>
          </a:bodyPr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&lt;model-resource&gt; </a:t>
            </a:r>
            <a:r>
              <a:rPr b="1" lang="fr-FR" sz="32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  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&lt;!-- Chaque ligne de la table Event est une resource sécurisable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&lt;model-name&gt;com.acme.events.model.Event&lt;/model-name&gt;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&lt;portlet-ref&gt; </a:t>
            </a:r>
            <a:r>
              <a:rPr b="1" lang="fr-FR" sz="32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  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&lt;!-- Permissions gérées par le portlet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&lt;portlet-name&gt;com_acme_events_web_portlet_EventsPortlet&lt;/portlet-name&gt;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&lt;/portlet-ref&gt;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&lt;permissions&gt;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&lt;supports&gt;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&lt;action-key&gt;UPDATE&lt;/action-key&gt;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&lt;action-key&gt;DELETE&lt;/action-key&gt;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&lt;action-key&gt;PERMISSIONS&lt;/action-key&gt;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&lt;action-key&gt;REGISTER&lt;/action-key&gt;  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&lt;!-- Actions “métier” optionnelles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&lt;/supports&gt;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&lt;site-member-defaults&gt; &lt;action-key&gt;VIEW&lt;/action-key&gt; &lt;/site-member-defaults&gt;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&lt;guest-defaults&gt; &lt;action-key&gt;VIEW&lt;/action-key&gt; &lt;/guest-defaults&gt;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&lt;guest-unsupported&gt;   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&lt;!-- Actions que ne pourra jamais avoir guest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&lt;action-key&gt;UPDATE&lt;/action-key&gt;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&lt;action-key&gt;DELETE&lt;/action-key&gt;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&lt;action-key&gt;REGISTER&lt;/action-key&gt;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&lt;/guest-unsupported&gt;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&lt;owner-defaults&gt; 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&lt;!-- Le créateur de l’entit »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&lt;action-key&gt;UPDATE&lt;/action-key&gt;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&lt;action-key&gt;DELETE&lt;/action-key&gt;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&lt;/owner-defaults&gt;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&lt;action-keys&gt;  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&lt;!-- Les actions configurables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&lt;action-key&gt;UPDATE&lt;/action-key&gt;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&lt;action-key&gt;DELETE&lt;/action-key&gt;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&lt;action-key&gt;PERMISSIONS&lt;/action-key&gt;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&lt;action-key&gt;REGISTER&lt;/action-key&gt;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&lt;/action-keys&gt;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&lt;/permissions&gt;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&lt;/model-resource&gt;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fr-FR" sz="4400" spc="-1" strike="noStrike">
                <a:solidFill>
                  <a:srgbClr val="000000"/>
                </a:solidFill>
                <a:latin typeface="Arial"/>
              </a:rPr>
              <a:t>ModelResourcePermission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PlaceHolder 2"/>
          <p:cNvSpPr>
            <a:spLocks noGrp="1"/>
          </p:cNvSpPr>
          <p:nvPr>
            <p:ph/>
          </p:nvPr>
        </p:nvSpPr>
        <p:spPr>
          <a:xfrm>
            <a:off x="540000" y="1980000"/>
            <a:ext cx="9622080" cy="4380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 lnSpcReduction="1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Pour chaque modèle métier (Event, Article, etc.), un </a:t>
            </a:r>
            <a:r>
              <a:rPr b="1" i="1" lang="fr-FR" sz="3200" spc="-1" strike="noStrike">
                <a:solidFill>
                  <a:srgbClr val="0e237d"/>
                </a:solidFill>
                <a:latin typeface="Arial"/>
              </a:rPr>
              <a:t>ModelResourcePermission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centralise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règles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la notion de propriétaire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rôles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règles personnalisées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Il permet à Liferay de faire le lien entre un ID d'événement et le moteur de permissions.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Toute vérification passe par lui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UI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Service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REST / GraphQL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PlaceHolder 1"/>
          <p:cNvSpPr>
            <a:spLocks noGrp="1"/>
          </p:cNvSpPr>
          <p:nvPr>
            <p:ph type="title"/>
          </p:nvPr>
        </p:nvSpPr>
        <p:spPr>
          <a:xfrm>
            <a:off x="1090800" y="508680"/>
            <a:ext cx="8507520" cy="1248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200" spc="-1" strike="noStrike">
                <a:solidFill>
                  <a:srgbClr val="000000"/>
                </a:solidFill>
                <a:latin typeface="Arial"/>
              </a:rPr>
              <a:t>Enregistrement de </a:t>
            </a:r>
            <a:r>
              <a:rPr b="0" i="1" lang="fr-FR" sz="4200" spc="-1" strike="noStrike">
                <a:solidFill>
                  <a:srgbClr val="000000"/>
                </a:solidFill>
                <a:latin typeface="Arial"/>
              </a:rPr>
              <a:t>ModelResourcePermission</a:t>
            </a:r>
            <a:endParaRPr b="0" lang="fr-F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5" name="PlaceHolder 2"/>
          <p:cNvSpPr>
            <a:spLocks noGrp="1"/>
          </p:cNvSpPr>
          <p:nvPr>
            <p:ph/>
          </p:nvPr>
        </p:nvSpPr>
        <p:spPr>
          <a:xfrm>
            <a:off x="534600" y="1947960"/>
            <a:ext cx="9622080" cy="4380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développeur doit exposer un service OSGI qui crée l’instance de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ModelResourcePermission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Lors de l’instanciation, le développeur doit renseigner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La classe métier impliquée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La méthode permettant de récupérer l’identifiant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La méthode permettant de charger l’objet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Exemple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@Component(immediate = true)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public class EventModelResourcePermissionRegistrar {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400" spc="-1" strike="noStrike">
                <a:solidFill>
                  <a:srgbClr val="1e31c9"/>
                </a:solidFill>
                <a:latin typeface="Courier New"/>
              </a:rPr>
              <a:t>@Activate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public void activate(BundleContext bundleContext) {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Dictionary&lt;String, Object&gt; properties = new HashMapDictionary&lt;&gt;();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properties.put("model.class.name", Event.class.getName());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// Enregistrement manuel dans le registre OSGi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_serviceRegistration = bundleContext.registerService(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ModelResourcePermission.class,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ModelResourcePermissionFactory.create(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Event.class, 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Event::getEventId,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_eventLocalService::getEvent, 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_portletResourcePermission,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(modelResourcePermission, consumer) -&gt; { // Possibilité d'ajouter des validateurs ici }),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properties);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400" spc="-1" strike="noStrike">
                <a:solidFill>
                  <a:srgbClr val="1e31c9"/>
                </a:solidFill>
                <a:latin typeface="Courier New"/>
              </a:rPr>
              <a:t>@Deactivate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public void deactivate() { _serviceRegistration.unregister(); }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@Reference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private EventLocalService _eventLocalService;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@Reference(target = "(resource.name=com_acme_events_web_portlet_EventsPortlet)")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private PortletResourcePermission _portletResourcePermission;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PlaceHolder 1"/>
          <p:cNvSpPr>
            <a:spLocks noGrp="1"/>
          </p:cNvSpPr>
          <p:nvPr>
            <p:ph type="title"/>
          </p:nvPr>
        </p:nvSpPr>
        <p:spPr>
          <a:xfrm>
            <a:off x="1090800" y="507960"/>
            <a:ext cx="850788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Responsabilité de la couche service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La couche service doit préparer les données pour qu'elles soient compatibles avec le moteur de sécurité.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Lors de l'ajout d’une entité, il doit enregistrer l'objet dans le système de ressources.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resourceLocalService.addModelResources(entity, serviceContext);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ServiceContext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PlaceHolder 2"/>
          <p:cNvSpPr>
            <a:spLocks noGrp="1"/>
          </p:cNvSpPr>
          <p:nvPr>
            <p:ph/>
          </p:nvPr>
        </p:nvSpPr>
        <p:spPr>
          <a:xfrm>
            <a:off x="534600" y="1947960"/>
            <a:ext cx="9622080" cy="489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contexte d’exécution </a:t>
            </a:r>
            <a:r>
              <a:rPr b="1" i="1" lang="fr-FR" sz="3200" spc="-1" strike="noStrike">
                <a:solidFill>
                  <a:srgbClr val="0e237d"/>
                </a:solidFill>
                <a:latin typeface="Arial"/>
              </a:rPr>
              <a:t>ServiceContext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véhicule les informations sur l’utilisateur et donc ses permissions associées.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champs de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serviceContext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contiennent entre autres 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userId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Indique l’utilisateur qui effectue l’opération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scopeGroupId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:Groupe/site d’exécution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companyId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Société concernée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permissions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Définit les droits donnés à la ressource créée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assetCategoryIds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Catégories associées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assetTagNames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Tags associés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workflowAction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Ex : publier ou enregistrer comme brouillon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 Ajout de ressource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Aft>
                <a:spcPts val="283"/>
              </a:spcAft>
              <a:buNone/>
            </a:pP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public Event addEvent(long userId, long groupId, String title, </a:t>
            </a:r>
            <a:r>
              <a:rPr b="1" lang="fr-FR" sz="1500" spc="-1" strike="noStrike">
                <a:solidFill>
                  <a:srgbClr val="0c32cf"/>
                </a:solidFill>
                <a:latin typeface="Courier New"/>
              </a:rPr>
              <a:t>ServiceContext serviceContext</a:t>
            </a: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) {</a:t>
            </a:r>
            <a:br>
              <a:rPr sz="1500"/>
            </a:br>
            <a:endParaRPr b="0" lang="fr-FR" sz="15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1" lang="fr-FR" sz="1500" spc="-1" strike="noStrike">
                <a:solidFill>
                  <a:srgbClr val="168253"/>
                </a:solidFill>
                <a:latin typeface="Courier New"/>
              </a:rPr>
              <a:t>    </a:t>
            </a:r>
            <a:r>
              <a:rPr b="1" lang="fr-FR" sz="1500" spc="-1" strike="noStrike">
                <a:solidFill>
                  <a:srgbClr val="168253"/>
                </a:solidFill>
                <a:latin typeface="Courier New"/>
              </a:rPr>
              <a:t>// 1. Persistance </a:t>
            </a:r>
            <a:endParaRPr b="0" lang="fr-FR" sz="15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long eventId = counterLocalService.increment(Event.class.getName());</a:t>
            </a:r>
            <a:endParaRPr b="0" lang="fr-FR" sz="15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Event event = eventPersistence.create(eventId);</a:t>
            </a:r>
            <a:endParaRPr b="0" lang="fr-FR" sz="15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event.setTitle(title);</a:t>
            </a:r>
            <a:endParaRPr b="0" lang="fr-FR" sz="15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eventPersistence.update(event);</a:t>
            </a:r>
            <a:endParaRPr b="0" lang="fr-FR" sz="15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1" lang="fr-FR" sz="1500" spc="-1" strike="noStrike">
                <a:solidFill>
                  <a:srgbClr val="168253"/>
                </a:solidFill>
                <a:latin typeface="Courier New"/>
              </a:rPr>
              <a:t>    </a:t>
            </a:r>
            <a:r>
              <a:rPr b="1" lang="fr-FR" sz="1500" spc="-1" strike="noStrike">
                <a:solidFill>
                  <a:srgbClr val="168253"/>
                </a:solidFill>
                <a:latin typeface="Courier New"/>
              </a:rPr>
              <a:t>// 2. Enregistrement dans le moteur de permissions de Liferay</a:t>
            </a:r>
            <a:endParaRPr b="0" lang="fr-FR" sz="15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resourceLocalService.addModelResources(event, serviceContext); </a:t>
            </a:r>
            <a:endParaRPr b="0" lang="fr-FR" sz="15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return event;</a:t>
            </a:r>
            <a:endParaRPr b="0" lang="fr-FR" sz="15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500" spc="-1" strike="noStrike">
              <a:solidFill>
                <a:srgbClr val="000000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PlaceHolder 1"/>
          <p:cNvSpPr>
            <a:spLocks noGrp="1"/>
          </p:cNvSpPr>
          <p:nvPr>
            <p:ph type="title"/>
          </p:nvPr>
        </p:nvSpPr>
        <p:spPr>
          <a:xfrm>
            <a:off x="1090800" y="507960"/>
            <a:ext cx="850788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La couche "Interface" (Le Contrôle d'Accès)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4992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La couche d’interface a la responsabilité de  vérifier les permissions avant d'autoriser l'accès au service.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Si on est en création, elle doit vérifier le droit que l’utilisateur a le droit de créer en s’apputant sur PermissionChecker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Si on est sur une mise à jour ou une suppression, elle utilise ModelResourcePermission.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Cas de l'API REST (ResourceImpl)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On injecte le vérificateur via @Reference.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Action : Avant chaque opération, on appelle .check().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Bef>
                <a:spcPts val="1417"/>
              </a:spcBef>
              <a:buNone/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_eventModelResourcePermission.check(permissionChecker, eventId, ActionKeys.UPDATE);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Bef>
                <a:spcPts val="1417"/>
              </a:spcBef>
              <a:buNone/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_eventLocalService.updateEvent(...);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PlaceHolder 1"/>
          <p:cNvSpPr>
            <a:spLocks noGrp="1"/>
          </p:cNvSpPr>
          <p:nvPr>
            <p:ph type="title"/>
          </p:nvPr>
        </p:nvSpPr>
        <p:spPr>
          <a:xfrm>
            <a:off x="1090800" y="507960"/>
            <a:ext cx="850788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 : Droit de création dans un portlet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3745" lnSpcReduction="10000"/>
          </a:bodyPr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public void addEvent(ActionRequest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actionRequest, ActionResponse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actionResponse) 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throws Exception {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</a:t>
            </a:r>
            <a:r>
              <a:rPr b="1" lang="fr-FR" sz="3200" spc="-1" strike="noStrike">
                <a:solidFill>
                  <a:srgbClr val="0c32cf"/>
                </a:solidFill>
                <a:latin typeface="Courier New"/>
              </a:rPr>
              <a:t> </a:t>
            </a:r>
            <a:r>
              <a:rPr b="1" lang="fr-FR" sz="3200" spc="-1" strike="noStrike">
                <a:solidFill>
                  <a:srgbClr val="0c32cf"/>
                </a:solidFill>
                <a:latin typeface="Courier New"/>
              </a:rPr>
              <a:t>ThemeDisplay themeDisplay = </a:t>
            </a:r>
            <a:r>
              <a:rPr b="1" lang="fr-FR" sz="3200" spc="-1" strike="noStrike">
                <a:solidFill>
                  <a:srgbClr val="0c32cf"/>
                </a:solidFill>
                <a:latin typeface="Courier New"/>
              </a:rPr>
              <a:t>(ThemeDisplay) </a:t>
            </a:r>
            <a:r>
              <a:rPr b="1" lang="fr-FR" sz="3200" spc="-1" strike="noStrike">
                <a:solidFill>
                  <a:srgbClr val="0c32cf"/>
                </a:solidFill>
                <a:latin typeface="Courier New"/>
              </a:rPr>
              <a:t>actionRequest.getAttribute(WebKeys.THEM</a:t>
            </a:r>
            <a:r>
              <a:rPr b="1" lang="fr-FR" sz="3200" spc="-1" strike="noStrike">
                <a:solidFill>
                  <a:srgbClr val="0c32cf"/>
                </a:solidFill>
                <a:latin typeface="Courier New"/>
              </a:rPr>
              <a:t>E_DISPLAY);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1" lang="fr-FR" sz="3200" spc="-1" strike="noStrike">
                <a:solidFill>
                  <a:srgbClr val="0c32cf"/>
                </a:solidFill>
                <a:latin typeface="Courier New"/>
              </a:rPr>
              <a:t>    </a:t>
            </a:r>
            <a:r>
              <a:rPr b="1" lang="fr-FR" sz="3200" spc="-1" strike="noStrike">
                <a:solidFill>
                  <a:srgbClr val="0c32cf"/>
                </a:solidFill>
                <a:latin typeface="Courier New"/>
              </a:rPr>
              <a:t>PermissionChecker permissionChecker </a:t>
            </a:r>
            <a:r>
              <a:rPr b="1" lang="fr-FR" sz="3200" spc="-1" strike="noStrike">
                <a:solidFill>
                  <a:srgbClr val="0c32cf"/>
                </a:solidFill>
                <a:latin typeface="Courier New"/>
              </a:rPr>
              <a:t>= themeDisplay.getPermissionChecker();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1" lang="fr-FR" sz="3200" spc="-1" strike="noStrike">
                <a:solidFill>
                  <a:srgbClr val="168253"/>
                </a:solidFill>
                <a:latin typeface="Courier New"/>
              </a:rPr>
              <a:t>    </a:t>
            </a:r>
            <a:r>
              <a:rPr b="1" lang="fr-FR" sz="3200" spc="-1" strike="noStrike">
                <a:solidFill>
                  <a:srgbClr val="168253"/>
                </a:solidFill>
                <a:latin typeface="Courier New"/>
              </a:rPr>
              <a:t>// On vérifie le droit "ADD_EVENT" </a:t>
            </a:r>
            <a:r>
              <a:rPr b="1" lang="fr-FR" sz="3200" spc="-1" strike="noStrike">
                <a:solidFill>
                  <a:srgbClr val="168253"/>
                </a:solidFill>
                <a:latin typeface="Courier New"/>
              </a:rPr>
              <a:t>sur la ressource Portlet du site actuel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boolean hasAddPermission =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permissionChecker.hasPermission(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themeDisplay.getScopeGroupId(), 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"com.acme.events", // Le nom de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la ressource défini dans default.xml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themeDisplay.getScopeGroupId(), 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"ADD_EVENT"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);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if (!hasAddPermission) {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SessionErrors.add(actionRequest,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"permission-error");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return; // On arrête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l'exécution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1" lang="fr-FR" sz="3200" spc="-1" strike="noStrike">
                <a:solidFill>
                  <a:srgbClr val="168253"/>
                </a:solidFill>
                <a:latin typeface="Courier New"/>
              </a:rPr>
              <a:t>    </a:t>
            </a:r>
            <a:r>
              <a:rPr b="1" lang="fr-FR" sz="3200" spc="-1" strike="noStrike">
                <a:solidFill>
                  <a:srgbClr val="168253"/>
                </a:solidFill>
                <a:latin typeface="Courier New"/>
              </a:rPr>
              <a:t>// Si OK, on appelle le service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_eventLocalService.addEvent(...);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Aft>
                <a:spcPts val="283"/>
              </a:spcAft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PlaceHolder 1"/>
          <p:cNvSpPr>
            <a:spLocks noGrp="1"/>
          </p:cNvSpPr>
          <p:nvPr>
            <p:ph type="title"/>
          </p:nvPr>
        </p:nvSpPr>
        <p:spPr>
          <a:xfrm>
            <a:off x="1090800" y="507960"/>
            <a:ext cx="850788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 : Droit d’update dans Endpoint REST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244"/>
          </a:bodyPr>
          <a:p>
            <a:pPr indent="0">
              <a:spcBef>
                <a:spcPts val="283"/>
              </a:spcBef>
              <a:buNone/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@Override</a:t>
            </a:r>
            <a:endParaRPr b="0" lang="fr-FR" sz="26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public Event putEvent(Long eventId, Event event) throws Exception {</a:t>
            </a:r>
            <a:endParaRPr b="0" lang="fr-FR" sz="26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1" lang="fr-FR" sz="2600" spc="-1" strike="noStrike">
                <a:solidFill>
                  <a:srgbClr val="168253"/>
                </a:solidFill>
                <a:latin typeface="Courier New"/>
              </a:rPr>
              <a:t>// 1. Récupèration PermissionChecker de l'utilisateur</a:t>
            </a: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     PermissionChecker permissionChecker = PermissionThreadLocal.getPermissionChecker();</a:t>
            </a:r>
            <a:endParaRPr b="0" lang="fr-FR" sz="26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1" lang="fr-FR" sz="2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1" lang="fr-FR" sz="2600" spc="-1" strike="noStrike">
                <a:solidFill>
                  <a:srgbClr val="168253"/>
                </a:solidFill>
                <a:latin typeface="Courier New"/>
              </a:rPr>
              <a:t>// 2. Vérification de droit UPDATE sur l'ID</a:t>
            </a:r>
            <a:r>
              <a:rPr b="1" lang="fr-FR" sz="2600" spc="-1" strike="noStrike">
                <a:solidFill>
                  <a:srgbClr val="000000"/>
                </a:solidFill>
                <a:latin typeface="Courier New"/>
              </a:rPr>
              <a:t> </a:t>
            </a:r>
            <a:endParaRPr b="0" lang="fr-FR" sz="26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_eventModelResourcePermission.check(</a:t>
            </a:r>
            <a:endParaRPr b="0" lang="fr-FR" sz="26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permissionChecker, </a:t>
            </a:r>
            <a:endParaRPr b="0" lang="fr-FR" sz="26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eventId, </a:t>
            </a:r>
            <a:endParaRPr b="0" lang="fr-FR" sz="26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ActionKeys.UPDATE</a:t>
            </a:r>
            <a:endParaRPr b="0" lang="fr-FR" sz="26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);</a:t>
            </a:r>
            <a:endParaRPr b="0" lang="fr-FR" sz="26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1" lang="fr-FR" sz="2600" spc="-1" strike="noStrike">
                <a:solidFill>
                  <a:srgbClr val="168253"/>
                </a:solidFill>
                <a:latin typeface="Courier New"/>
              </a:rPr>
              <a:t>    </a:t>
            </a:r>
            <a:r>
              <a:rPr b="1" lang="fr-FR" sz="2600" spc="-1" strike="noStrike">
                <a:solidFill>
                  <a:srgbClr val="168253"/>
                </a:solidFill>
                <a:latin typeface="Courier New"/>
              </a:rPr>
              <a:t>// 3. Si aucune exception, mise à jour</a:t>
            </a:r>
            <a:endParaRPr b="0" lang="fr-FR" sz="26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return _eventLocalService.updateEvent(eventId, event.getTitle());</a:t>
            </a:r>
            <a:endParaRPr b="0" lang="fr-FR" sz="26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26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1" lang="fr-FR" sz="2600" spc="-1" strike="noStrike">
                <a:solidFill>
                  <a:srgbClr val="0c32cf"/>
                </a:solidFill>
                <a:latin typeface="Courier New"/>
              </a:rPr>
              <a:t>@Reference</a:t>
            </a:r>
            <a:endParaRPr b="0" lang="fr-FR" sz="26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spcBef>
                <a:spcPts val="283"/>
              </a:spcBef>
              <a:buNone/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private ModelResourcePermission&lt;Event&gt; _eventModelResourcePermission;</a:t>
            </a:r>
            <a:endParaRPr b="0" lang="fr-FR" sz="2600" spc="-1" strike="noStrike">
              <a:solidFill>
                <a:srgbClr val="000000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PlaceHolder 1"/>
          <p:cNvSpPr>
            <a:spLocks noGrp="1"/>
          </p:cNvSpPr>
          <p:nvPr>
            <p:ph type="title"/>
          </p:nvPr>
        </p:nvSpPr>
        <p:spPr>
          <a:xfrm>
            <a:off x="1090800" y="508320"/>
            <a:ext cx="8507520" cy="124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Construction de l’UI dans les portlets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Côté Vue (JSP) : Utilisation des tags de sécurité pour masquer les éléments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&lt;c:if test="&lt;%= _eventModelResourcePermission.contains(permissionChecker, event, ActionKeys.UPDATE) %&gt;"&gt;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&lt;button&gt;Modifier&lt;/button&gt;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&lt;/c:if&gt;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e31c9"/>
                </a:solidFill>
                <a:latin typeface="Arial"/>
              </a:rPr>
              <a:t>&lt;liferay-security:permissionsURL&gt;</a:t>
            </a:r>
            <a:r>
              <a:rPr b="1" lang="fr-FR" sz="3200" spc="-1" strike="noStrike">
                <a:solidFill>
                  <a:srgbClr val="1e31c9"/>
                </a:solidFill>
                <a:latin typeface="Arial"/>
              </a:rPr>
              <a:t>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pour offrir un lien direct vers l'interface de gestion des droits d'une entité précise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Client Extension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45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8743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Dans le cas d’une Client Extension, le frontend ne peut pas "deviner" les permissions.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La bonne pratique est que L'API REST doit renvoyer, pour chaque objet, la liste des actions permises (ex: actions: ["view", "update"]).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Code JS peut alors effectuer des test pour masquer des boutons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Bef>
                <a:spcPts val="1417"/>
              </a:spcBef>
              <a:buNone/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if (event.actions.includes('update')) {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Bef>
                <a:spcPts val="1417"/>
              </a:spcBef>
              <a:buNone/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showEditButton();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Bef>
                <a:spcPts val="1417"/>
              </a:spcBef>
              <a:buNone/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"/>
          <p:cNvSpPr/>
          <p:nvPr/>
        </p:nvSpPr>
        <p:spPr>
          <a:xfrm>
            <a:off x="333720" y="6845400"/>
            <a:ext cx="32587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13 : Permissions et ServiceContext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OAuth2 dans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Liferay embarque un serveur OAuth2 complet conforme à la norme.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On l’active à partir du Control Panel :</a:t>
            </a:r>
            <a:br>
              <a:rPr sz="2100"/>
            </a:br>
            <a:r>
              <a:rPr b="1" i="1" lang="fr-FR" sz="2100" spc="-1" strike="noStrike">
                <a:solidFill>
                  <a:srgbClr val="c9211e"/>
                </a:solidFill>
                <a:latin typeface="Calibri"/>
              </a:rPr>
              <a:t>Applications → OAuth2 Administration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Dans Liferay, OAuth2 sert à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Autoriser l’accès à des API REST Builder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Délivrer des jetons d’accès aux utilisateurs ou aux applications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Protéger les endpoints grâce aux scopes et aux permissions du modèle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3 cas d’usage OAuth2 typiques sur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Application Java/Backend → Liferay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Utilise Client Credentials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Obtenir un token → appeler API REST Builder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Remote App React → Liferay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Utilise Authorization Code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L’utilisateur s’authentifie → Liferay renvoie le token → la Remote App appelle l’API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Un utilisateur authentifié → App externe → Liferay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OAuth2 Authorization Code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Permet un “Connexion via Liferay” / SSO API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Taglibs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Asset Framework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Permet d’ajouter à tout contenu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Tags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	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Catégories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Commentaires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Notes / Ratings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Relations entre contenus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Workflow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Diffusion via Asset Publisher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Support toujours 100% opérationnel en 7.4.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Intégration Asset pour une entité custom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Ajouter AssetEntry lors de la création / mise à jour d’un modèle.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Utiliser les services OSGi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@Reference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private AssetEntryLocalService assetEntryLocalService;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assetEntryLocalService.updateEntry(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userId, groupId,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Event.class.getName(), eventId,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categoryIds, tagNames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Permet la publication via les widgets standard Liferay. (Asset Publisher)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Composants UI associés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Options disponibles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Taglibs héritées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&lt;liferay-ui:asset-tags-selector&gt;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&lt;liferay-ui:asset-categories-selector&gt;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Composants modernes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Clay React (sélecteurs de tags/categories)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Asset Publisher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Tri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Filtrage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Gabarits d’affichage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"/>
          <p:cNvSpPr/>
          <p:nvPr/>
        </p:nvSpPr>
        <p:spPr>
          <a:xfrm>
            <a:off x="584640" y="6844320"/>
            <a:ext cx="32590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14.1 : Asset framework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Thèmes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Les apports d’un thème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Uniformiser l’identité visuelle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Modifier gabarits de page / navigation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Adapter le responsive design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Ajouter des variables Clay / custom CSS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Intégration possible avec outils front modernes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Alternative : Liferay Objects &amp; Client Extensions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Technologies pour les thèmes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SCSS / CSS moderne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Clay / Bootstrap 4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Freemarker ou JSP pour les templates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Customisation via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portal_normal.ftl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navigation.ftl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init_custom.ftl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Principes 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Création de module via blade :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blade create -t theme mon-theme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Par défaut, le thème hérite du thème </a:t>
            </a:r>
            <a:r>
              <a:rPr b="1" i="1" lang="fr-FR" sz="3200" spc="-1" strike="noStrike">
                <a:solidFill>
                  <a:srgbClr val="1e31c9"/>
                </a:solidFill>
                <a:latin typeface="Arial"/>
              </a:rPr>
              <a:t>_styled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. Il est "vide" car il utilise les fichiers parents. On ne crée que ce que l’on veut modifier.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Arborescence Standard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src/main/webapp/css/_custom.scss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Pour vos styles.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src/main/webapp/templates/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Pour vos structures Freemarker (portal_normal.ftl).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WEB-INF/liferay-look-and-feel.xml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Définit le nom et les paramètres du thème.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Personnalisation (SCSS &amp; FTL)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457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Design avec SCSS : Le fichier </a:t>
            </a:r>
            <a:r>
              <a:rPr b="1" i="1" lang="fr-FR" sz="3200" spc="-1" strike="noStrike">
                <a:solidFill>
                  <a:srgbClr val="1e31c9"/>
                </a:solidFill>
                <a:latin typeface="Arial"/>
              </a:rPr>
              <a:t>_custom.scss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. 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Liferay compile automatiquement vos fichiers SASS en CSS. 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On peut écraser les variables de base de Liferay (comme les couleurs de la charte Clay/Bootstrap).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Structure avec Freemarker (.ftl)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fichier </a:t>
            </a: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portal_normal.ftl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est le cœur du thème. Il contient le header, le footer et la zone de contenu.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Insertion des des éléments globaux (bannières, scripts de tracking, logos spécifiques).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Variables Liferay : Utilisez les objets fournis par le moteur (ex: ${is_signed_in}, ${site_name}, ${the_title}) pour rendre le thème dynamique.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" name=""/>
          <p:cNvSpPr/>
          <p:nvPr/>
        </p:nvSpPr>
        <p:spPr>
          <a:xfrm>
            <a:off x="1177560" y="6848640"/>
            <a:ext cx="32590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14.2 : Thème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OSGi vs Hooks et Ext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Hooks &amp; EXT (Liferay 6.x / 6.2)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Lourds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Fragiles aux mises à jour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Couplage fort au portail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Compatibilité réduite en 7.x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Modernisation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Modules OSGi légers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Déploiement dynamique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Overrides ciblés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stable, maintenable, recommandé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OSGi : les 4 mécanismes de personnalisation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e31c9"/>
                </a:solidFill>
                <a:latin typeface="Calibri"/>
              </a:rPr>
              <a:t>Fragment Modules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→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Override de JSP / ressources statiques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e31c9"/>
                </a:solidFill>
                <a:latin typeface="Calibri"/>
              </a:rPr>
              <a:t>Service Wrappers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→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Surcharge de la logique des services Liferay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e31c9"/>
                </a:solidFill>
                <a:latin typeface="Calibri"/>
              </a:rPr>
              <a:t>Model Listeners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→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Réagir aux événements CRUD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e31c9"/>
                </a:solidFill>
                <a:latin typeface="Calibri"/>
              </a:rPr>
              <a:t>Configuration Admin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→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Modifier le comportement via des fichiers .config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Fragment Modules (remplace JSP Hook)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Objectif : remplacer une JSP Liferay sans EXT.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Structure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src/main/resources/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META-INF/resources/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html/portal/login.jsp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Utilisation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Modifier l’IHM native du portail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Injecter du HTML ou Clay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Corriger l’affichage d’un module natif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Wrappers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Remplace </a:t>
            </a:r>
            <a:r>
              <a:rPr b="0" i="1" lang="fr-FR" sz="1600" spc="-1" strike="noStrike">
                <a:solidFill>
                  <a:srgbClr val="000000"/>
                </a:solidFill>
                <a:latin typeface="Calibri"/>
              </a:rPr>
              <a:t>UserLocalServiceWrapper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 des Hooks historiques.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@Component(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service = AopService.class,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property = "model.class.name=com.liferay.portal.kernel.model.User"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public class MyUserLocalServiceWrapper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extends UserLocalServiceWrapper {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@Override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public User addUser(...) {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// custom logic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return super.addUser(...);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Utilisation :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Auditer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Ajouter des règles métier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Étendre les services internes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Model Listeners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439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 lnSpcReduction="10000"/>
          </a:bodyPr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Écoute les événements d’un modèle (CRUD).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@Component(service = ModelListener.class)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public class EventListener extends BaseModelListener&lt;Event&gt; {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@Override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public void onAfterUpdate(Event event) {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// log, sync, external notification…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Exemples d’usage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Log métier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Notifications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Vérifications supplémentaires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7" name=""/>
          <p:cNvSpPr/>
          <p:nvPr/>
        </p:nvSpPr>
        <p:spPr>
          <a:xfrm>
            <a:off x="1177560" y="6848640"/>
            <a:ext cx="32590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15 : Personnalisation OSGI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6877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2025-12-01T14:11:26Z</dcterms:created>
  <dc:creator/>
  <dc:description/>
  <dc:language>fr-FR</dc:language>
  <cp:lastModifiedBy/>
  <cp:lastPrinted>2026-02-15T22:37:37Z</cp:lastPrinted>
  <dcterms:modified xsi:type="dcterms:W3CDTF">2026-02-15T22:37:41Z</dcterms:modified>
  <cp:revision>194</cp:revision>
  <dc:subject/>
  <dc:title>Développer un portail Java EE avec LifeRay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2016-03-25T00:00:00Z</vt:filetime>
  </property>
  <property fmtid="{D5CDD505-2E9C-101B-9397-08002B2CF9AE}" pid="3" name="Creator">
    <vt:lpwstr>Impress</vt:lpwstr>
  </property>
  <property fmtid="{D5CDD505-2E9C-101B-9397-08002B2CF9AE}" pid="4" name="LastSaved">
    <vt:filetime>2016-03-25T00:00:00Z</vt:filetime>
  </property>
  <property fmtid="{D5CDD505-2E9C-101B-9397-08002B2CF9AE}" pid="5" name="PresentationFormat">
    <vt:lpwstr>On-screen Show (4:3)</vt:lpwstr>
  </property>
  <property fmtid="{D5CDD505-2E9C-101B-9397-08002B2CF9AE}" pid="6" name="Producer">
    <vt:lpwstr>LibreOffice 4.2</vt:lpwstr>
  </property>
</Properties>
</file>