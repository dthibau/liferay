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2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_rels/slideMaster4.xml.rels" ContentType="application/vnd.openxmlformats-package.relationships+xml"/>
  <Override PartName="/ppt/slideMasters/_rels/slideMaster15.xml.rels" ContentType="application/vnd.openxmlformats-package.relationships+xml"/>
  <Override PartName="/ppt/slideMasters/_rels/slideMaster1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21.xml.rels" ContentType="application/vnd.openxmlformats-package.relationships+xml"/>
  <Override PartName="/ppt/slideMasters/_rels/slideMaster19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20.xml.rels" ContentType="application/vnd.openxmlformats-package.relationships+xml"/>
  <Override PartName="/ppt/slideMasters/_rels/slideMaster18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17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6.xml.rels" ContentType="application/vnd.openxmlformats-package.relationships+xml"/>
  <Override PartName="/ppt/slideMasters/slideMaster14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13.xml" ContentType="application/vnd.openxmlformats-officedocument.presentationml.slideMaster+xml"/>
  <Override PartName="/ppt/presProps.xml" ContentType="application/vnd.openxmlformats-officedocument.presentationml.presProps+xml"/>
  <Override PartName="/ppt/theme/theme10.xml" ContentType="application/vnd.openxmlformats-officedocument.theme+xml"/>
  <Override PartName="/ppt/theme/theme9.xml" ContentType="application/vnd.openxmlformats-officedocument.theme+xml"/>
  <Override PartName="/ppt/theme/theme8.xml" ContentType="application/vnd.openxmlformats-officedocument.theme+xml"/>
  <Override PartName="/ppt/theme/theme7.xml" ContentType="application/vnd.openxmlformats-officedocument.theme+xml"/>
  <Override PartName="/ppt/theme/theme6.xml" ContentType="application/vnd.openxmlformats-officedocument.theme+xml"/>
  <Override PartName="/ppt/theme/theme5.xml" ContentType="application/vnd.openxmlformats-officedocument.theme+xml"/>
  <Override PartName="/ppt/theme/theme4.xml" ContentType="application/vnd.openxmlformats-officedocument.theme+xml"/>
  <Override PartName="/ppt/theme/theme13.xml" ContentType="application/vnd.openxmlformats-officedocument.theme+xml"/>
  <Override PartName="/ppt/theme/theme21.xml" ContentType="application/vnd.openxmlformats-officedocument.theme+xml"/>
  <Override PartName="/ppt/theme/theme19.xml" ContentType="application/vnd.openxmlformats-officedocument.theme+xml"/>
  <Override PartName="/ppt/theme/theme20.xml" ContentType="application/vnd.openxmlformats-officedocument.theme+xml"/>
  <Override PartName="/ppt/theme/theme18.xml" ContentType="application/vnd.openxmlformats-officedocument.theme+xml"/>
  <Override PartName="/ppt/theme/theme17.xml" ContentType="application/vnd.openxmlformats-officedocument.theme+xml"/>
  <Override PartName="/ppt/theme/theme16.xml" ContentType="application/vnd.openxmlformats-officedocument.theme+xml"/>
  <Override PartName="/ppt/theme/theme15.xml" ContentType="application/vnd.openxmlformats-officedocument.theme+xml"/>
  <Override PartName="/ppt/theme/theme14.xml" ContentType="application/vnd.openxmlformats-officedocument.theme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12.xml" ContentType="application/vnd.openxmlformats-officedocument.theme+xml"/>
  <Override PartName="/ppt/theme/theme3.xml" ContentType="application/vnd.openxmlformats-officedocument.them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jpeg" ContentType="image/jpeg"/>
  <Override PartName="/ppt/slideLayouts/slideLayout22.xml" ContentType="application/vnd.openxmlformats-officedocument.presentationml.slideLayout+xml"/>
  <Override PartName="/ppt/slideLayouts/_rels/slideLayout20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6.xml.rels" ContentType="application/vnd.openxmlformats-package.relationships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s/_rels/slide61.xml.rels" ContentType="application/vnd.openxmlformats-package.relationships+xml"/>
  <Override PartName="/ppt/slides/_rels/slide60.xml.rels" ContentType="application/vnd.openxmlformats-package.relationships+xml"/>
  <Override PartName="/ppt/slides/_rels/slide14.xml.rels" ContentType="application/vnd.openxmlformats-package.relationships+xml"/>
  <Override PartName="/ppt/slides/_rels/slide82.xml.rels" ContentType="application/vnd.openxmlformats-package.relationships+xml"/>
  <Override PartName="/ppt/slides/_rels/slide12.xml.rels" ContentType="application/vnd.openxmlformats-package.relationships+xml"/>
  <Override PartName="/ppt/slides/_rels/slide80.xml.rels" ContentType="application/vnd.openxmlformats-package.relationships+xml"/>
  <Override PartName="/ppt/slides/_rels/slide15.xml.rels" ContentType="application/vnd.openxmlformats-package.relationships+xml"/>
  <Override PartName="/ppt/slides/_rels/slide83.xml.rels" ContentType="application/vnd.openxmlformats-package.relationships+xml"/>
  <Override PartName="/ppt/slides/_rels/slide46.xml.rels" ContentType="application/vnd.openxmlformats-package.relationships+xml"/>
  <Override PartName="/ppt/slides/_rels/slide13.xml.rels" ContentType="application/vnd.openxmlformats-package.relationships+xml"/>
  <Override PartName="/ppt/slides/_rels/slide81.xml.rels" ContentType="application/vnd.openxmlformats-package.relationships+xml"/>
  <Override PartName="/ppt/slides/_rels/slide16.xml.rels" ContentType="application/vnd.openxmlformats-package.relationships+xml"/>
  <Override PartName="/ppt/slides/_rels/slide84.xml.rels" ContentType="application/vnd.openxmlformats-package.relationships+xml"/>
  <Override PartName="/ppt/slides/_rels/slide10.xml.rels" ContentType="application/vnd.openxmlformats-package.relationships+xml"/>
  <Override PartName="/ppt/slides/_rels/slide47.xml.rels" ContentType="application/vnd.openxmlformats-package.relationships+xml"/>
  <Override PartName="/ppt/slides/_rels/slide160.xml.rels" ContentType="application/vnd.openxmlformats-package.relationships+xml"/>
  <Override PartName="/ppt/slides/_rels/slide9.xml.rels" ContentType="application/vnd.openxmlformats-package.relationships+xml"/>
  <Override PartName="/ppt/slides/_rels/slide96.xml.rels" ContentType="application/vnd.openxmlformats-package.relationships+xml"/>
  <Override PartName="/ppt/slides/_rels/slide28.xml.rels" ContentType="application/vnd.openxmlformats-package.relationships+xml"/>
  <Override PartName="/ppt/slides/_rels/slide141.xml.rels" ContentType="application/vnd.openxmlformats-package.relationships+xml"/>
  <Override PartName="/ppt/slides/_rels/slide3.xml.rels" ContentType="application/vnd.openxmlformats-package.relationships+xml"/>
  <Override PartName="/ppt/slides/_rels/slide11.xml.rels" ContentType="application/vnd.openxmlformats-package.relationships+xml"/>
  <Override PartName="/ppt/slides/_rels/slide48.xml.rels" ContentType="application/vnd.openxmlformats-package.relationships+xml"/>
  <Override PartName="/ppt/slides/_rels/slide161.xml.rels" ContentType="application/vnd.openxmlformats-package.relationships+xml"/>
  <Override PartName="/ppt/slides/_rels/slide20.xml.rels" ContentType="application/vnd.openxmlformats-package.relationships+xml"/>
  <Override PartName="/ppt/slides/_rels/slide93.xml.rels" ContentType="application/vnd.openxmlformats-package.relationships+xml"/>
  <Override PartName="/ppt/slides/_rels/slide25.xml.rels" ContentType="application/vnd.openxmlformats-package.relationships+xml"/>
  <Override PartName="/ppt/slides/_rels/slide171.xml.rels" ContentType="application/vnd.openxmlformats-package.relationships+xml"/>
  <Override PartName="/ppt/slides/_rels/slide103.xml.rels" ContentType="application/vnd.openxmlformats-package.relationships+xml"/>
  <Override PartName="/ppt/slides/_rels/slide58.xml.rels" ContentType="application/vnd.openxmlformats-package.relationships+xml"/>
  <Override PartName="/ppt/slides/_rels/slide6.xml.rels" ContentType="application/vnd.openxmlformats-package.relationships+xml"/>
  <Override PartName="/ppt/slides/_rels/slide99.xml.rels" ContentType="application/vnd.openxmlformats-package.relationships+xml"/>
  <Override PartName="/ppt/slides/_rels/slide144.xml.rels" ContentType="application/vnd.openxmlformats-package.relationships+xml"/>
  <Override PartName="/ppt/slides/_rels/slide97.xml.rels" ContentType="application/vnd.openxmlformats-package.relationships+xml"/>
  <Override PartName="/ppt/slides/_rels/slide29.xml.rels" ContentType="application/vnd.openxmlformats-package.relationships+xml"/>
  <Override PartName="/ppt/slides/_rels/slide142.xml.rels" ContentType="application/vnd.openxmlformats-package.relationships+xml"/>
  <Override PartName="/ppt/slides/_rels/slide4.xml.rels" ContentType="application/vnd.openxmlformats-package.relationships+xml"/>
  <Override PartName="/ppt/slides/_rels/slide49.xml.rels" ContentType="application/vnd.openxmlformats-package.relationships+xml"/>
  <Override PartName="/ppt/slides/_rels/slide162.xml.rels" ContentType="application/vnd.openxmlformats-package.relationships+xml"/>
  <Override PartName="/ppt/slides/_rels/slide21.xml.rels" ContentType="application/vnd.openxmlformats-package.relationships+xml"/>
  <Override PartName="/ppt/slides/_rels/slide26.xml.rels" ContentType="application/vnd.openxmlformats-package.relationships+xml"/>
  <Override PartName="/ppt/slides/_rels/slide94.xml.rels" ContentType="application/vnd.openxmlformats-package.relationships+xml"/>
  <Override PartName="/ppt/slides/_rels/slide91.xml.rels" ContentType="application/vnd.openxmlformats-package.relationships+xml"/>
  <Override PartName="/ppt/slides/_rels/slide23.xml.rels" ContentType="application/vnd.openxmlformats-package.relationships+xml"/>
  <Override PartName="/ppt/slides/_rels/slide104.xml.rels" ContentType="application/vnd.openxmlformats-package.relationships+xml"/>
  <Override PartName="/ppt/slides/_rels/slide172.xml.rels" ContentType="application/vnd.openxmlformats-package.relationships+xml"/>
  <Override PartName="/ppt/slides/_rels/slide59.xml.rels" ContentType="application/vnd.openxmlformats-package.relationships+xml"/>
  <Override PartName="/ppt/slides/_rels/slide1.xml.rels" ContentType="application/vnd.openxmlformats-package.relationships+xml"/>
  <Override PartName="/ppt/slides/_rels/slide129.xml.rels" ContentType="application/vnd.openxmlformats-package.relationships+xml"/>
  <Override PartName="/ppt/slides/_rels/slide98.xml.rels" ContentType="application/vnd.openxmlformats-package.relationships+xml"/>
  <Override PartName="/ppt/slides/_rels/slide143.xml.rels" ContentType="application/vnd.openxmlformats-package.relationships+xml"/>
  <Override PartName="/ppt/slides/_rels/slide5.xml.rels" ContentType="application/vnd.openxmlformats-package.relationships+xml"/>
  <Override PartName="/ppt/slides/_rels/slide90.xml.rels" ContentType="application/vnd.openxmlformats-package.relationships+xml"/>
  <Override PartName="/ppt/slides/_rels/slide22.xml.rels" ContentType="application/vnd.openxmlformats-package.relationships+xml"/>
  <Override PartName="/ppt/slides/_rels/slide2.xml.rels" ContentType="application/vnd.openxmlformats-package.relationships+xml"/>
  <Override PartName="/ppt/slides/_rels/slide173.xml.rels" ContentType="application/vnd.openxmlformats-package.relationships+xml"/>
  <Override PartName="/ppt/slides/_rels/slide105.xml.rels" ContentType="application/vnd.openxmlformats-package.relationships+xml"/>
  <Override PartName="/ppt/slides/_rels/slide30.xml.rels" ContentType="application/vnd.openxmlformats-package.relationships+xml"/>
  <Override PartName="/ppt/slides/_rels/slide31.xml.rels" ContentType="application/vnd.openxmlformats-package.relationships+xml"/>
  <Override PartName="/ppt/slides/_rels/slide32.xml.rels" ContentType="application/vnd.openxmlformats-package.relationships+xml"/>
  <Override PartName="/ppt/slides/_rels/slide33.xml.rels" ContentType="application/vnd.openxmlformats-package.relationships+xml"/>
  <Override PartName="/ppt/slides/_rels/slide34.xml.rels" ContentType="application/vnd.openxmlformats-package.relationships+xml"/>
  <Override PartName="/ppt/slides/_rels/slide35.xml.rels" ContentType="application/vnd.openxmlformats-package.relationships+xml"/>
  <Override PartName="/ppt/slides/_rels/slide36.xml.rels" ContentType="application/vnd.openxmlformats-package.relationships+xml"/>
  <Override PartName="/ppt/slides/_rels/slide37.xml.rels" ContentType="application/vnd.openxmlformats-package.relationships+xml"/>
  <Override PartName="/ppt/slides/_rels/slide150.xml.rels" ContentType="application/vnd.openxmlformats-package.relationships+xml"/>
  <Override PartName="/ppt/slides/_rels/slide166.xml.rels" ContentType="application/vnd.openxmlformats-package.relationships+xml"/>
  <Override PartName="/ppt/slides/_rels/slide128.xml.rels" ContentType="application/vnd.openxmlformats-package.relationships+xml"/>
  <Override PartName="/ppt/slides/_rels/slide62.xml.rels" ContentType="application/vnd.openxmlformats-package.relationships+xml"/>
  <Override PartName="/ppt/slides/_rels/slide63.xml.rels" ContentType="application/vnd.openxmlformats-package.relationships+xml"/>
  <Override PartName="/ppt/slides/_rels/slide64.xml.rels" ContentType="application/vnd.openxmlformats-package.relationships+xml"/>
  <Override PartName="/ppt/slides/_rels/slide110.xml.rels" ContentType="application/vnd.openxmlformats-package.relationships+xml"/>
  <Override PartName="/ppt/slides/_rels/slide65.xml.rels" ContentType="application/vnd.openxmlformats-package.relationships+xml"/>
  <Override PartName="/ppt/slides/_rels/slide115.xml.rels" ContentType="application/vnd.openxmlformats-package.relationships+xml"/>
  <Override PartName="/ppt/slides/_rels/slide183.xml.rels" ContentType="application/vnd.openxmlformats-package.relationships+xml"/>
  <Override PartName="/ppt/slides/_rels/slide71.xml.rels" ContentType="application/vnd.openxmlformats-package.relationships+xml"/>
  <Override PartName="/ppt/slides/_rels/slide72.xml.rels" ContentType="application/vnd.openxmlformats-package.relationships+xml"/>
  <Override PartName="/ppt/slides/_rels/slide73.xml.rels" ContentType="application/vnd.openxmlformats-package.relationships+xml"/>
  <Override PartName="/ppt/slides/_rels/slide38.xml.rels" ContentType="application/vnd.openxmlformats-package.relationships+xml"/>
  <Override PartName="/ppt/slides/_rels/slide151.xml.rels" ContentType="application/vnd.openxmlformats-package.relationships+xml"/>
  <Override PartName="/ppt/slides/_rels/slide74.xml.rels" ContentType="application/vnd.openxmlformats-package.relationships+xml"/>
  <Override PartName="/ppt/slides/_rels/slide39.xml.rels" ContentType="application/vnd.openxmlformats-package.relationships+xml"/>
  <Override PartName="/ppt/slides/_rels/slide152.xml.rels" ContentType="application/vnd.openxmlformats-package.relationships+xml"/>
  <Override PartName="/ppt/slides/_rels/slide42.xml.rels" ContentType="application/vnd.openxmlformats-package.relationships+xml"/>
  <Override PartName="/ppt/slides/_rels/slide120.xml.rels" ContentType="application/vnd.openxmlformats-package.relationships+xml"/>
  <Override PartName="/ppt/slides/_rels/slide75.xml.rels" ContentType="application/vnd.openxmlformats-package.relationships+xml"/>
  <Override PartName="/ppt/slides/_rels/slide153.xml.rels" ContentType="application/vnd.openxmlformats-package.relationships+xml"/>
  <Override PartName="/ppt/slides/_rels/slide145.xml.rels" ContentType="application/vnd.openxmlformats-package.relationships+xml"/>
  <Override PartName="/ppt/slides/_rels/slide43.xml.rels" ContentType="application/vnd.openxmlformats-package.relationships+xml"/>
  <Override PartName="/ppt/slides/_rels/slide121.xml.rels" ContentType="application/vnd.openxmlformats-package.relationships+xml"/>
  <Override PartName="/ppt/slides/_rels/slide76.xml.rels" ContentType="application/vnd.openxmlformats-package.relationships+xml"/>
  <Override PartName="/ppt/slides/_rels/slide154.xml.rels" ContentType="application/vnd.openxmlformats-package.relationships+xml"/>
  <Override PartName="/ppt/slides/_rels/slide116.xml.rels" ContentType="application/vnd.openxmlformats-package.relationships+xml"/>
  <Override PartName="/ppt/slides/_rels/slide184.xml.rels" ContentType="application/vnd.openxmlformats-package.relationships+xml"/>
  <Override PartName="/ppt/slides/_rels/slide180.xml.rels" ContentType="application/vnd.openxmlformats-package.relationships+xml"/>
  <Override PartName="/ppt/slides/_rels/slide67.xml.rels" ContentType="application/vnd.openxmlformats-package.relationships+xml"/>
  <Override PartName="/ppt/slides/_rels/slide112.xml.rels" ContentType="application/vnd.openxmlformats-package.relationships+xml"/>
  <Override PartName="/ppt/slides/_rels/slide126.xml.rels" ContentType="application/vnd.openxmlformats-package.relationships+xml"/>
  <Override PartName="/ppt/slides/_rels/slide109.xml.rels" ContentType="application/vnd.openxmlformats-package.relationships+xml"/>
  <Override PartName="/ppt/slides/_rels/slide177.xml.rels" ContentType="application/vnd.openxmlformats-package.relationships+xml"/>
  <Override PartName="/ppt/slides/_rels/slide156.xml.rels" ContentType="application/vnd.openxmlformats-package.relationships+xml"/>
  <Override PartName="/ppt/slides/_rels/slide127.xml.rels" ContentType="application/vnd.openxmlformats-package.relationships+xml"/>
  <Override PartName="/ppt/slides/_rels/slide66.xml.rels" ContentType="application/vnd.openxmlformats-package.relationships+xml"/>
  <Override PartName="/ppt/slides/_rels/slide111.xml.rels" ContentType="application/vnd.openxmlformats-package.relationships+xml"/>
  <Override PartName="/ppt/slides/_rels/slide193.xml.rels" ContentType="application/vnd.openxmlformats-package.relationships+xml"/>
  <Override PartName="/ppt/slides/_rels/slide125.xml.rels" ContentType="application/vnd.openxmlformats-package.relationships+xml"/>
  <Override PartName="/ppt/slides/_rels/slide119.xml.rels" ContentType="application/vnd.openxmlformats-package.relationships+xml"/>
  <Override PartName="/ppt/slides/_rels/slide187.xml.rels" ContentType="application/vnd.openxmlformats-package.relationships+xml"/>
  <Override PartName="/ppt/slides/_rels/slide70.xml.rels" ContentType="application/vnd.openxmlformats-package.relationships+xml"/>
  <Override PartName="/ppt/slides/_rels/slide108.xml.rels" ContentType="application/vnd.openxmlformats-package.relationships+xml"/>
  <Override PartName="/ppt/slides/_rels/slide176.xml.rels" ContentType="application/vnd.openxmlformats-package.relationships+xml"/>
  <Override PartName="/ppt/slides/_rels/slide155.xml.rels" ContentType="application/vnd.openxmlformats-package.relationships+xml"/>
  <Override PartName="/ppt/slides/_rels/slide118.xml.rels" ContentType="application/vnd.openxmlformats-package.relationships+xml"/>
  <Override PartName="/ppt/slides/_rels/slide186.xml.rels" ContentType="application/vnd.openxmlformats-package.relationships+xml"/>
  <Override PartName="/ppt/slides/_rels/slide107.xml.rels" ContentType="application/vnd.openxmlformats-package.relationships+xml"/>
  <Override PartName="/ppt/slides/_rels/slide175.xml.rels" ContentType="application/vnd.openxmlformats-package.relationships+xml"/>
  <Override PartName="/ppt/slides/_rels/slide117.xml.rels" ContentType="application/vnd.openxmlformats-package.relationships+xml"/>
  <Override PartName="/ppt/slides/_rels/slide185.xml.rels" ContentType="application/vnd.openxmlformats-package.relationships+xml"/>
  <Override PartName="/ppt/slides/_rels/slide174.xml.rels" ContentType="application/vnd.openxmlformats-package.relationships+xml"/>
  <Override PartName="/ppt/slides/_rels/slide106.xml.rels" ContentType="application/vnd.openxmlformats-package.relationships+xml"/>
  <Override PartName="/ppt/slides/_rels/slide88.xml.rels" ContentType="application/vnd.openxmlformats-package.relationships+xml"/>
  <Override PartName="/ppt/slides/_rels/slide133.xml.rels" ContentType="application/vnd.openxmlformats-package.relationships+xml"/>
  <Override PartName="/ppt/slides/_rels/slide157.xml.rels" ContentType="application/vnd.openxmlformats-package.relationships+xml"/>
  <Override PartName="/ppt/slides/_rels/slide192.xml.rels" ContentType="application/vnd.openxmlformats-package.relationships+xml"/>
  <Override PartName="/ppt/slides/_rels/slide79.xml.rels" ContentType="application/vnd.openxmlformats-package.relationships+xml"/>
  <Override PartName="/ppt/slides/_rels/slide124.xml.rels" ContentType="application/vnd.openxmlformats-package.relationships+xml"/>
  <Override PartName="/ppt/slides/_rels/slide182.xml.rels" ContentType="application/vnd.openxmlformats-package.relationships+xml"/>
  <Override PartName="/ppt/slides/_rels/slide114.xml.rels" ContentType="application/vnd.openxmlformats-package.relationships+xml"/>
  <Override PartName="/ppt/slides/_rels/slide69.xml.rels" ContentType="application/vnd.openxmlformats-package.relationships+xml"/>
  <Override PartName="/ppt/slides/_rels/slide147.xml.rels" ContentType="application/vnd.openxmlformats-package.relationships+xml"/>
  <Override PartName="/ppt/slides/_rels/slide191.xml.rels" ContentType="application/vnd.openxmlformats-package.relationships+xml"/>
  <Override PartName="/ppt/slides/_rels/slide78.xml.rels" ContentType="application/vnd.openxmlformats-package.relationships+xml"/>
  <Override PartName="/ppt/slides/_rels/slide123.xml.rels" ContentType="application/vnd.openxmlformats-package.relationships+xml"/>
  <Override PartName="/ppt/slides/_rels/slide45.xml.rels" ContentType="application/vnd.openxmlformats-package.relationships+xml"/>
  <Override PartName="/ppt/slides/_rels/slide181.xml.rels" ContentType="application/vnd.openxmlformats-package.relationships+xml"/>
  <Override PartName="/ppt/slides/_rels/slide113.xml.rels" ContentType="application/vnd.openxmlformats-package.relationships+xml"/>
  <Override PartName="/ppt/slides/_rels/slide68.xml.rels" ContentType="application/vnd.openxmlformats-package.relationships+xml"/>
  <Override PartName="/ppt/slides/_rels/slide146.xml.rels" ContentType="application/vnd.openxmlformats-package.relationships+xml"/>
  <Override PartName="/ppt/slides/_rels/slide190.xml.rels" ContentType="application/vnd.openxmlformats-package.relationships+xml"/>
  <Override PartName="/ppt/slides/_rels/slide77.xml.rels" ContentType="application/vnd.openxmlformats-package.relationships+xml"/>
  <Override PartName="/ppt/slides/_rels/slide122.xml.rels" ContentType="application/vnd.openxmlformats-package.relationships+xml"/>
  <Override PartName="/ppt/slides/_rels/slide44.xml.rels" ContentType="application/vnd.openxmlformats-package.relationships+xml"/>
  <Override PartName="/ppt/slides/_rels/slide167.xml.rels" ContentType="application/vnd.openxmlformats-package.relationships+xml"/>
  <Override PartName="/ppt/slides/_rels/slide89.xml.rels" ContentType="application/vnd.openxmlformats-package.relationships+xml"/>
  <Override PartName="/ppt/slides/_rels/slide134.xml.rels" ContentType="application/vnd.openxmlformats-package.relationships+xml"/>
  <Override PartName="/ppt/slides/_rels/slide135.xml.rels" ContentType="application/vnd.openxmlformats-package.relationships+xml"/>
  <Override PartName="/ppt/slides/_rels/slide136.xml.rels" ContentType="application/vnd.openxmlformats-package.relationships+xml"/>
  <Override PartName="/ppt/slides/_rels/slide55.xml.rels" ContentType="application/vnd.openxmlformats-package.relationships+xml"/>
  <Override PartName="/ppt/slides/_rels/slide100.xml.rels" ContentType="application/vnd.openxmlformats-package.relationships+xml"/>
  <Override PartName="/ppt/slides/_rels/slide137.xml.rels" ContentType="application/vnd.openxmlformats-package.relationships+xml"/>
  <Override PartName="/ppt/slides/_rels/slide56.xml.rels" ContentType="application/vnd.openxmlformats-package.relationships+xml"/>
  <Override PartName="/ppt/slides/_rels/slide101.xml.rels" ContentType="application/vnd.openxmlformats-package.relationships+xml"/>
  <Override PartName="/ppt/slides/_rels/slide138.xml.rels" ContentType="application/vnd.openxmlformats-package.relationships+xml"/>
  <Override PartName="/ppt/slides/_rels/slide140.xml.rels" ContentType="application/vnd.openxmlformats-package.relationships+xml"/>
  <Override PartName="/ppt/slides/_rels/slide95.xml.rels" ContentType="application/vnd.openxmlformats-package.relationships+xml"/>
  <Override PartName="/ppt/slides/_rels/slide27.xml.rels" ContentType="application/vnd.openxmlformats-package.relationships+xml"/>
  <Override PartName="/ppt/slides/_rels/slide57.xml.rels" ContentType="application/vnd.openxmlformats-package.relationships+xml"/>
  <Override PartName="/ppt/slides/_rels/slide170.xml.rels" ContentType="application/vnd.openxmlformats-package.relationships+xml"/>
  <Override PartName="/ppt/slides/_rels/slide102.xml.rels" ContentType="application/vnd.openxmlformats-package.relationships+xml"/>
  <Override PartName="/ppt/slides/_rels/slide92.xml.rels" ContentType="application/vnd.openxmlformats-package.relationships+xml"/>
  <Override PartName="/ppt/slides/_rels/slide24.xml.rels" ContentType="application/vnd.openxmlformats-package.relationships+xml"/>
  <Override PartName="/ppt/slides/_rels/slide139.xml.rels" ContentType="application/vnd.openxmlformats-package.relationships+xml"/>
  <Override PartName="/ppt/slides/_rels/slide52.xml.rels" ContentType="application/vnd.openxmlformats-package.relationships+xml"/>
  <Override PartName="/ppt/slides/_rels/slide163.xml.rels" ContentType="application/vnd.openxmlformats-package.relationships+xml"/>
  <Override PartName="/ppt/slides/_rels/slide130.xml.rels" ContentType="application/vnd.openxmlformats-package.relationships+xml"/>
  <Override PartName="/ppt/slides/_rels/slide85.xml.rels" ContentType="application/vnd.openxmlformats-package.relationships+xml"/>
  <Override PartName="/ppt/slides/_rels/slide17.xml.rels" ContentType="application/vnd.openxmlformats-package.relationships+xml"/>
  <Override PartName="/ppt/slides/_rels/slide53.xml.rels" ContentType="application/vnd.openxmlformats-package.relationships+xml"/>
  <Override PartName="/ppt/slides/_rels/slide164.xml.rels" ContentType="application/vnd.openxmlformats-package.relationships+xml"/>
  <Override PartName="/ppt/slides/_rels/slide131.xml.rels" ContentType="application/vnd.openxmlformats-package.relationships+xml"/>
  <Override PartName="/ppt/slides/_rels/slide86.xml.rels" ContentType="application/vnd.openxmlformats-package.relationships+xml"/>
  <Override PartName="/ppt/slides/_rels/slide18.xml.rels" ContentType="application/vnd.openxmlformats-package.relationships+xml"/>
  <Override PartName="/ppt/slides/_rels/slide159.xml.rels" ContentType="application/vnd.openxmlformats-package.relationships+xml"/>
  <Override PartName="/ppt/slides/_rels/slide168.xml.rels" ContentType="application/vnd.openxmlformats-package.relationships+xml"/>
  <Override PartName="/ppt/slides/_rels/slide165.xml.rels" ContentType="application/vnd.openxmlformats-package.relationships+xml"/>
  <Override PartName="/ppt/slides/_rels/slide87.xml.rels" ContentType="application/vnd.openxmlformats-package.relationships+xml"/>
  <Override PartName="/ppt/slides/_rels/slide19.xml.rels" ContentType="application/vnd.openxmlformats-package.relationships+xml"/>
  <Override PartName="/ppt/slides/_rels/slide132.xml.rels" ContentType="application/vnd.openxmlformats-package.relationships+xml"/>
  <Override PartName="/ppt/slides/_rels/slide54.xml.rels" ContentType="application/vnd.openxmlformats-package.relationships+xml"/>
  <Override PartName="/ppt/slides/_rels/slide169.xml.rels" ContentType="application/vnd.openxmlformats-package.relationships+xml"/>
  <Override PartName="/ppt/slides/_rels/slide50.xml.rels" ContentType="application/vnd.openxmlformats-package.relationships+xml"/>
  <Override PartName="/ppt/slides/_rels/slide178.xml.rels" ContentType="application/vnd.openxmlformats-package.relationships+xml"/>
  <Override PartName="/ppt/slides/_rels/slide7.xml.rels" ContentType="application/vnd.openxmlformats-package.relationships+xml"/>
  <Override PartName="/ppt/slides/_rels/slide51.xml.rels" ContentType="application/vnd.openxmlformats-package.relationships+xml"/>
  <Override PartName="/ppt/slides/_rels/slide179.xml.rels" ContentType="application/vnd.openxmlformats-package.relationships+xml"/>
  <Override PartName="/ppt/slides/_rels/slide8.xml.rels" ContentType="application/vnd.openxmlformats-package.relationships+xml"/>
  <Override PartName="/ppt/slides/_rels/slide158.xml.rels" ContentType="application/vnd.openxmlformats-package.relationships+xml"/>
  <Override PartName="/ppt/slides/_rels/slide189.xml.rels" ContentType="application/vnd.openxmlformats-package.relationships+xml"/>
  <Override PartName="/ppt/slides/_rels/slide188.xml.rels" ContentType="application/vnd.openxmlformats-package.relationships+xml"/>
  <Override PartName="/ppt/slides/_rels/slide149.xml.rels" ContentType="application/vnd.openxmlformats-package.relationships+xml"/>
  <Override PartName="/ppt/slides/_rels/slide148.xml.rels" ContentType="application/vnd.openxmlformats-package.relationships+xml"/>
  <Override PartName="/ppt/slides/_rels/slide41.xml.rels" ContentType="application/vnd.openxmlformats-package.relationships+xml"/>
  <Override PartName="/ppt/slides/_rels/slide40.xml.rels" ContentType="application/vnd.openxmlformats-package.relationships+xml"/>
  <Override PartName="/ppt/slides/slide127.xml" ContentType="application/vnd.openxmlformats-officedocument.presentationml.slide+xml"/>
  <Override PartName="/ppt/slides/slide126.xml" ContentType="application/vnd.openxmlformats-officedocument.presentationml.slide+xml"/>
  <Override PartName="/ppt/slides/slide119.xml" ContentType="application/vnd.openxmlformats-officedocument.presentationml.slide+xml"/>
  <Override PartName="/ppt/slides/slide187.xml" ContentType="application/vnd.openxmlformats-officedocument.presentationml.slide+xml"/>
  <Override PartName="/ppt/slides/slide118.xml" ContentType="application/vnd.openxmlformats-officedocument.presentationml.slide+xml"/>
  <Override PartName="/ppt/slides/slide186.xml" ContentType="application/vnd.openxmlformats-officedocument.presentationml.slide+xml"/>
  <Override PartName="/ppt/slides/slide117.xml" ContentType="application/vnd.openxmlformats-officedocument.presentationml.slide+xml"/>
  <Override PartName="/ppt/slides/slide185.xml" ContentType="application/vnd.openxmlformats-officedocument.presentationml.slide+xml"/>
  <Override PartName="/ppt/slides/slide116.xml" ContentType="application/vnd.openxmlformats-officedocument.presentationml.slide+xml"/>
  <Override PartName="/ppt/slides/slide184.xml" ContentType="application/vnd.openxmlformats-officedocument.presentationml.slide+xml"/>
  <Override PartName="/ppt/slides/slide109.xml" ContentType="application/vnd.openxmlformats-officedocument.presentationml.slide+xml"/>
  <Override PartName="/ppt/slides/slide177.xml" ContentType="application/vnd.openxmlformats-officedocument.presentationml.slide+xml"/>
  <Override PartName="/ppt/slides/slide108.xml" ContentType="application/vnd.openxmlformats-officedocument.presentationml.slide+xml"/>
  <Override PartName="/ppt/slides/slide176.xml" ContentType="application/vnd.openxmlformats-officedocument.presentationml.slide+xml"/>
  <Override PartName="/ppt/slides/slide107.xml" ContentType="application/vnd.openxmlformats-officedocument.presentationml.slide+xml"/>
  <Override PartName="/ppt/slides/slide175.xml" ContentType="application/vnd.openxmlformats-officedocument.presentationml.slide+xml"/>
  <Override PartName="/ppt/slides/slide106.xml" ContentType="application/vnd.openxmlformats-officedocument.presentationml.slide+xml"/>
  <Override PartName="/ppt/slides/slide174.xml" ContentType="application/vnd.openxmlformats-officedocument.presentationml.slide+xml"/>
  <Override PartName="/ppt/slides/slide95.xml" ContentType="application/vnd.openxmlformats-officedocument.presentationml.slide+xml"/>
  <Override PartName="/ppt/slides/slide27.xml" ContentType="application/vnd.openxmlformats-officedocument.presentationml.slide+xml"/>
  <Override PartName="/ppt/slides/slide89.xml" ContentType="application/vnd.openxmlformats-officedocument.presentationml.slide+xml"/>
  <Override PartName="/ppt/slides/slide88.xml" ContentType="application/vnd.openxmlformats-officedocument.presentationml.slide+xml"/>
  <Override PartName="/ppt/slides/slide87.xml" ContentType="application/vnd.openxmlformats-officedocument.presentationml.slide+xml"/>
  <Override PartName="/ppt/slides/slide19.xml" ContentType="application/vnd.openxmlformats-officedocument.presentationml.slide+xml"/>
  <Override PartName="/ppt/slides/slide86.xml" ContentType="application/vnd.openxmlformats-officedocument.presentationml.slide+xml"/>
  <Override PartName="/ppt/slides/slide18.xml" ContentType="application/vnd.openxmlformats-officedocument.presentationml.slide+xml"/>
  <Override PartName="/ppt/slides/slide85.xml" ContentType="application/vnd.openxmlformats-officedocument.presentationml.slide+xml"/>
  <Override PartName="/ppt/slides/slide17.xml" ContentType="application/vnd.openxmlformats-officedocument.presentationml.slide+xml"/>
  <Override PartName="/ppt/slides/slide125.xml" ContentType="application/vnd.openxmlformats-officedocument.presentationml.slide+xml"/>
  <Override PartName="/ppt/slides/slide193.xml" ContentType="application/vnd.openxmlformats-officedocument.presentationml.slide+xml"/>
  <Override PartName="/ppt/slides/slide79.xml" ContentType="application/vnd.openxmlformats-officedocument.presentationml.slide+xml"/>
  <Override PartName="/ppt/slides/slide124.xml" ContentType="application/vnd.openxmlformats-officedocument.presentationml.slide+xml"/>
  <Override PartName="/ppt/slides/slide192.xml" ContentType="application/vnd.openxmlformats-officedocument.presentationml.slide+xml"/>
  <Override PartName="/ppt/slides/slide78.xml" ContentType="application/vnd.openxmlformats-officedocument.presentationml.slide+xml"/>
  <Override PartName="/ppt/slides/slide123.xml" ContentType="application/vnd.openxmlformats-officedocument.presentationml.slide+xml"/>
  <Override PartName="/ppt/slides/slide191.xml" ContentType="application/vnd.openxmlformats-officedocument.presentationml.slide+xml"/>
  <Override PartName="/ppt/slides/slide77.xml" ContentType="application/vnd.openxmlformats-officedocument.presentationml.slide+xml"/>
  <Override PartName="/ppt/slides/slide122.xml" ContentType="application/vnd.openxmlformats-officedocument.presentationml.slide+xml"/>
  <Override PartName="/ppt/slides/slide190.xml" ContentType="application/vnd.openxmlformats-officedocument.presentationml.slide+xml"/>
  <Override PartName="/ppt/slides/slide76.xml" ContentType="application/vnd.openxmlformats-officedocument.presentationml.slide+xml"/>
  <Override PartName="/ppt/slides/slide121.xml" ContentType="application/vnd.openxmlformats-officedocument.presentationml.slide+xml"/>
  <Override PartName="/ppt/slides/slide75.xml" ContentType="application/vnd.openxmlformats-officedocument.presentationml.slide+xml"/>
  <Override PartName="/ppt/slides/slide120.xml" ContentType="application/vnd.openxmlformats-officedocument.presentationml.slide+xml"/>
  <Override PartName="/ppt/slides/slide74.xml" ContentType="application/vnd.openxmlformats-officedocument.presentationml.slide+xml"/>
  <Override PartName="/ppt/slides/slide73.xml" ContentType="application/vnd.openxmlformats-officedocument.presentationml.slide+xml"/>
  <Override PartName="/ppt/slides/slide72.xml" ContentType="application/vnd.openxmlformats-officedocument.presentationml.slide+xml"/>
  <Override PartName="/ppt/slides/slide71.xml" ContentType="application/vnd.openxmlformats-officedocument.presentationml.slide+xml"/>
  <Override PartName="/ppt/slides/slide70.xml" ContentType="application/vnd.openxmlformats-officedocument.presentationml.slide+xml"/>
  <Override PartName="/ppt/slides/slide115.xml" ContentType="application/vnd.openxmlformats-officedocument.presentationml.slide+xml"/>
  <Override PartName="/ppt/slides/slide183.xml" ContentType="application/vnd.openxmlformats-officedocument.presentationml.slide+xml"/>
  <Override PartName="/ppt/slides/slide69.xml" ContentType="application/vnd.openxmlformats-officedocument.presentationml.slide+xml"/>
  <Override PartName="/ppt/slides/slide114.xml" ContentType="application/vnd.openxmlformats-officedocument.presentationml.slide+xml"/>
  <Override PartName="/ppt/slides/slide182.xml" ContentType="application/vnd.openxmlformats-officedocument.presentationml.slide+xml"/>
  <Override PartName="/ppt/slides/slide68.xml" ContentType="application/vnd.openxmlformats-officedocument.presentationml.slide+xml"/>
  <Override PartName="/ppt/slides/slide113.xml" ContentType="application/vnd.openxmlformats-officedocument.presentationml.slide+xml"/>
  <Override PartName="/ppt/slides/slide181.xml" ContentType="application/vnd.openxmlformats-officedocument.presentationml.slide+xml"/>
  <Override PartName="/ppt/slides/slide67.xml" ContentType="application/vnd.openxmlformats-officedocument.presentationml.slide+xml"/>
  <Override PartName="/ppt/slides/slide112.xml" ContentType="application/vnd.openxmlformats-officedocument.presentationml.slide+xml"/>
  <Override PartName="/ppt/slides/slide180.xml" ContentType="application/vnd.openxmlformats-officedocument.presentationml.slide+xml"/>
  <Override PartName="/ppt/slides/slide66.xml" ContentType="application/vnd.openxmlformats-officedocument.presentationml.slide+xml"/>
  <Override PartName="/ppt/slides/slide111.xml" ContentType="application/vnd.openxmlformats-officedocument.presentationml.slide+xml"/>
  <Override PartName="/ppt/slides/slide65.xml" ContentType="application/vnd.openxmlformats-officedocument.presentationml.slide+xml"/>
  <Override PartName="/ppt/slides/slide110.xml" ContentType="application/vnd.openxmlformats-officedocument.presentationml.slide+xml"/>
  <Override PartName="/ppt/slides/slide64.xml" ContentType="application/vnd.openxmlformats-officedocument.presentationml.slide+xml"/>
  <Override PartName="/ppt/slides/slide63.xml" ContentType="application/vnd.openxmlformats-officedocument.presentationml.slide+xml"/>
  <Override PartName="/ppt/slides/slide62.xml" ContentType="application/vnd.openxmlformats-officedocument.presentationml.slide+xml"/>
  <Override PartName="/ppt/slides/slide44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100.xml" ContentType="application/vnd.openxmlformats-officedocument.presentationml.slide+xml"/>
  <Override PartName="/ppt/slides/slide59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01.xml" ContentType="application/vnd.openxmlformats-officedocument.presentationml.slide+xml"/>
  <Override PartName="/ppt/slides/slide55.xml" ContentType="application/vnd.openxmlformats-officedocument.presentationml.slide+xml"/>
  <Override PartName="/ppt/slides/slide138.xml" ContentType="application/vnd.openxmlformats-officedocument.presentationml.slide+xml"/>
  <Override PartName="/ppt/slides/slide170.xml" ContentType="application/vnd.openxmlformats-officedocument.presentationml.slide+xml"/>
  <Override PartName="/ppt/slides/slide102.xml" ContentType="application/vnd.openxmlformats-officedocument.presentationml.slide+xml"/>
  <Override PartName="/ppt/slides/slide56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3.xml" ContentType="application/vnd.openxmlformats-officedocument.presentationml.slide+xml"/>
  <Override PartName="/ppt/slides/slide2.xml" ContentType="application/vnd.openxmlformats-officedocument.presentationml.slide+xml"/>
  <Override PartName="/ppt/slides/slide29.xml" ContentType="application/vnd.openxmlformats-officedocument.presentationml.slide+xml"/>
  <Override PartName="/ppt/slides/slide97.xml" ContentType="application/vnd.openxmlformats-officedocument.presentationml.slide+xml"/>
  <Override PartName="/ppt/slides/slide144.xml" ContentType="application/vnd.openxmlformats-officedocument.presentationml.slide+xml"/>
  <Override PartName="/ppt/slides/slide3.xml" ContentType="application/vnd.openxmlformats-officedocument.presentationml.slide+xml"/>
  <Override PartName="/ppt/slides/slide98.xml" ContentType="application/vnd.openxmlformats-officedocument.presentationml.slide+xml"/>
  <Override PartName="/ppt/slides/slide161.xml" ContentType="application/vnd.openxmlformats-officedocument.presentationml.slide+xml"/>
  <Override PartName="/ppt/slides/slide159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31.xml" ContentType="application/vnd.openxmlformats-officedocument.presentationml.slide+xml"/>
  <Override PartName="/ppt/slides/slide168.xml" ContentType="application/vnd.openxmlformats-officedocument.presentationml.slide+xml"/>
  <Override PartName="/ppt/slides/slide11.xml" ContentType="application/vnd.openxmlformats-officedocument.presentationml.slide+xml"/>
  <Override PartName="/ppt/slides/slide132.xml" ContentType="application/vnd.openxmlformats-officedocument.presentationml.slide+xml"/>
  <Override PartName="/ppt/slides/slide169.xml" ContentType="application/vnd.openxmlformats-officedocument.presentationml.slide+xml"/>
  <Override PartName="/ppt/slides/slide166.xml" ContentType="application/vnd.openxmlformats-officedocument.presentationml.slide+xml"/>
  <Override PartName="/ppt/slides/slide141.xml" ContentType="application/vnd.openxmlformats-officedocument.presentationml.slide+xml"/>
  <Override PartName="/ppt/slides/slide178.xml" ContentType="application/vnd.openxmlformats-officedocument.presentationml.slide+xml"/>
  <Override PartName="/ppt/slides/slide21.xml" ContentType="application/vnd.openxmlformats-officedocument.presentationml.slide+xml"/>
  <Override PartName="/ppt/slides/slide130.xml" ContentType="application/vnd.openxmlformats-officedocument.presentationml.slide+xml"/>
  <Override PartName="/ppt/slides/slide167.xml" ContentType="application/vnd.openxmlformats-officedocument.presentationml.slide+xml"/>
  <Override PartName="/ppt/slides/slide10.xml" ContentType="application/vnd.openxmlformats-officedocument.presentationml.slide+xml"/>
  <Override PartName="/ppt/slides/slide142.xml" ContentType="application/vnd.openxmlformats-officedocument.presentationml.slide+xml"/>
  <Override PartName="/ppt/slides/slide1.xml" ContentType="application/vnd.openxmlformats-officedocument.presentationml.slide+xml"/>
  <Override PartName="/ppt/slides/slide179.xml" ContentType="application/vnd.openxmlformats-officedocument.presentationml.slide+xml"/>
  <Override PartName="/ppt/slides/slide164.xml" ContentType="application/vnd.openxmlformats-officedocument.presentationml.slide+xml"/>
  <Override PartName="/ppt/slides/slide153.xml" ContentType="application/vnd.openxmlformats-officedocument.presentationml.slide+xml"/>
  <Override PartName="/ppt/slides/slide165.xml" ContentType="application/vnd.openxmlformats-officedocument.presentationml.slide+xml"/>
  <Override PartName="/ppt/slides/slide154.xml" ContentType="application/vnd.openxmlformats-officedocument.presentationml.slide+xml"/>
  <Override PartName="/ppt/slides/slide160.xml" ContentType="application/vnd.openxmlformats-officedocument.presentationml.slide+xml"/>
  <Override PartName="/ppt/slides/slide49.xml" ContentType="application/vnd.openxmlformats-officedocument.presentationml.slide+xml"/>
  <Override PartName="/ppt/slides/slide158.xml" ContentType="application/vnd.openxmlformats-officedocument.presentationml.slide+xml"/>
  <Override PartName="/ppt/slides/slide157.xml" ContentType="application/vnd.openxmlformats-officedocument.presentationml.slide+xml"/>
  <Override PartName="/ppt/slides/slide156.xml" ContentType="application/vnd.openxmlformats-officedocument.presentationml.slide+xml"/>
  <Override PartName="/ppt/slides/slide155.xml" ContentType="application/vnd.openxmlformats-officedocument.presentationml.slide+xml"/>
  <Override PartName="/ppt/slides/slide189.xml" ContentType="application/vnd.openxmlformats-officedocument.presentationml.slide+xml"/>
  <Override PartName="/ppt/slides/slide32.xml" ContentType="application/vnd.openxmlformats-officedocument.presentationml.slide+xml"/>
  <Override PartName="/ppt/slides/slide152.xml" ContentType="application/vnd.openxmlformats-officedocument.presentationml.slide+xml"/>
  <Override PartName="/ppt/slides/slide188.xml" ContentType="application/vnd.openxmlformats-officedocument.presentationml.slide+xml"/>
  <Override PartName="/ppt/slides/slide31.xml" ContentType="application/vnd.openxmlformats-officedocument.presentationml.slide+xml"/>
  <Override PartName="/ppt/slides/slide151.xml" ContentType="application/vnd.openxmlformats-officedocument.presentationml.slide+xml"/>
  <Override PartName="/ppt/slides/slide149.xml" ContentType="application/vnd.openxmlformats-officedocument.presentationml.slide+xml"/>
  <Override PartName="/ppt/slides/slide8.xml" ContentType="application/vnd.openxmlformats-officedocument.presentationml.slide+xml"/>
  <Override PartName="/ppt/slides/slide45.xml" ContentType="application/vnd.openxmlformats-officedocument.presentationml.slide+xml"/>
  <Override PartName="/ppt/slides/slide150.xml" ContentType="application/vnd.openxmlformats-officedocument.presentationml.slide+xml"/>
  <Override PartName="/ppt/slides/slide39.xml" ContentType="application/vnd.openxmlformats-officedocument.presentationml.slide+xml"/>
  <Override PartName="/ppt/slides/slide148.xml" ContentType="application/vnd.openxmlformats-officedocument.presentationml.slide+xml"/>
  <Override PartName="/ppt/slides/slide7.xml" ContentType="application/vnd.openxmlformats-officedocument.presentationml.slide+xml"/>
  <Override PartName="/ppt/slides/slide147.xml" ContentType="application/vnd.openxmlformats-officedocument.presentationml.slide+xml"/>
  <Override PartName="/ppt/slides/slide6.xml" ContentType="application/vnd.openxmlformats-officedocument.presentationml.slide+xml"/>
  <Override PartName="/ppt/slides/slide146.xml" ContentType="application/vnd.openxmlformats-officedocument.presentationml.slide+xml"/>
  <Override PartName="/ppt/slides/slide5.xml" ContentType="application/vnd.openxmlformats-officedocument.presentationml.slide+xml"/>
  <Override PartName="/ppt/slides/slide145.xml" ContentType="application/vnd.openxmlformats-officedocument.presentationml.slide+xml"/>
  <Override PartName="/ppt/slides/slide4.xml" ContentType="application/vnd.openxmlformats-officedocument.presentationml.slide+xml"/>
  <Override PartName="/ppt/slides/slide99.xml" ContentType="application/vnd.openxmlformats-officedocument.presentationml.slide+xml"/>
  <Override PartName="/ppt/slides/slide43.xml" ContentType="application/vnd.openxmlformats-officedocument.presentationml.slide+xml"/>
  <Override PartName="/ppt/slides/slide42.xml" ContentType="application/vnd.openxmlformats-officedocument.presentationml.slide+xml"/>
  <Override PartName="/ppt/slides/slide41.xml" ContentType="application/vnd.openxmlformats-officedocument.presentationml.slide+xml"/>
  <Override PartName="/ppt/slides/slide40.xml" ContentType="application/vnd.openxmlformats-officedocument.presentationml.slide+xml"/>
  <Override PartName="/ppt/slides/slide38.xml" ContentType="application/vnd.openxmlformats-officedocument.presentationml.slide+xml"/>
  <Override PartName="/ppt/slides/slide37.xml" ContentType="application/vnd.openxmlformats-officedocument.presentationml.slide+xml"/>
  <Override PartName="/ppt/slides/slide36.xml" ContentType="application/vnd.openxmlformats-officedocument.presentationml.slide+xml"/>
  <Override PartName="/ppt/slides/slide35.xml" ContentType="application/vnd.openxmlformats-officedocument.presentationml.slide+xml"/>
  <Override PartName="/ppt/slides/slide34.xml" ContentType="application/vnd.openxmlformats-officedocument.presentationml.slide+xml"/>
  <Override PartName="/ppt/slides/slide33.xml" ContentType="application/vnd.openxmlformats-officedocument.presentationml.slide+xml"/>
  <Override PartName="/ppt/slides/slide30.xml" ContentType="application/vnd.openxmlformats-officedocument.presentationml.slide+xml"/>
  <Override PartName="/ppt/slides/slide105.xml" ContentType="application/vnd.openxmlformats-officedocument.presentationml.slide+xml"/>
  <Override PartName="/ppt/slides/slide173.xml" ContentType="application/vnd.openxmlformats-officedocument.presentationml.slide+xml"/>
  <Override PartName="/ppt/slides/slide22.xml" ContentType="application/vnd.openxmlformats-officedocument.presentationml.slide+xml"/>
  <Override PartName="/ppt/slides/slide90.xml" ContentType="application/vnd.openxmlformats-officedocument.presentationml.slide+xml"/>
  <Override PartName="/ppt/slides/slide58.xml" ContentType="application/vnd.openxmlformats-officedocument.presentationml.slide+xml"/>
  <Override PartName="/ppt/slides/slide104.xml" ContentType="application/vnd.openxmlformats-officedocument.presentationml.slide+xml"/>
  <Override PartName="/ppt/slides/slide172.xml" ContentType="application/vnd.openxmlformats-officedocument.presentationml.slide+xml"/>
  <Override PartName="/ppt/slides/slide57.xml" ContentType="application/vnd.openxmlformats-officedocument.presentationml.slide+xml"/>
  <Override PartName="/ppt/slides/slide103.xml" ContentType="application/vnd.openxmlformats-officedocument.presentationml.slide+xml"/>
  <Override PartName="/ppt/slides/slide171.xml" ContentType="application/vnd.openxmlformats-officedocument.presentationml.slide+xml"/>
  <Override PartName="/ppt/slides/slide20.xml" ContentType="application/vnd.openxmlformats-officedocument.presentationml.slide+xml"/>
  <Override PartName="/ppt/slides/slide48.xml" ContentType="application/vnd.openxmlformats-officedocument.presentationml.slide+xml"/>
  <Override PartName="/ppt/slides/slide9.xml" ContentType="application/vnd.openxmlformats-officedocument.presentationml.slide+xml"/>
  <Override PartName="/ppt/slides/slide47.xml" ContentType="application/vnd.openxmlformats-officedocument.presentationml.slide+xml"/>
  <Override PartName="/ppt/slides/slide84.xml" ContentType="application/vnd.openxmlformats-officedocument.presentationml.slide+xml"/>
  <Override PartName="/ppt/slides/slide16.xml" ContentType="application/vnd.openxmlformats-officedocument.presentationml.slide+xml"/>
  <Override PartName="/ppt/slides/slide81.xml" ContentType="application/vnd.openxmlformats-officedocument.presentationml.slide+xml"/>
  <Override PartName="/ppt/slides/slide13.xml" ContentType="application/vnd.openxmlformats-officedocument.presentationml.slide+xml"/>
  <Override PartName="/ppt/slides/slide46.xml" ContentType="application/vnd.openxmlformats-officedocument.presentationml.slide+xml"/>
  <Override PartName="/ppt/slides/slide83.xml" ContentType="application/vnd.openxmlformats-officedocument.presentationml.slide+xml"/>
  <Override PartName="/ppt/slides/slide15.xml" ContentType="application/vnd.openxmlformats-officedocument.presentationml.slide+xml"/>
  <Override PartName="/ppt/slides/slide12.xml" ContentType="application/vnd.openxmlformats-officedocument.presentationml.slide+xml"/>
  <Override PartName="/ppt/slides/slide80.xml" ContentType="application/vnd.openxmlformats-officedocument.presentationml.slide+xml"/>
  <Override PartName="/ppt/slides/slide82.xml" ContentType="application/vnd.openxmlformats-officedocument.presentationml.slide+xml"/>
  <Override PartName="/ppt/slides/slide14.xml" ContentType="application/vnd.openxmlformats-officedocument.presentationml.slide+xml"/>
  <Override PartName="/ppt/slides/slide23.xml" ContentType="application/vnd.openxmlformats-officedocument.presentationml.slide+xml"/>
  <Override PartName="/ppt/slides/slide91.xml" ContentType="application/vnd.openxmlformats-officedocument.presentationml.slide+xml"/>
  <Override PartName="/ppt/slides/slide94.xml" ContentType="application/vnd.openxmlformats-officedocument.presentationml.slide+xml"/>
  <Override PartName="/ppt/slides/slide26.xml" ContentType="application/vnd.openxmlformats-officedocument.presentationml.slide+xml"/>
  <Override PartName="/ppt/slides/slide24.xml" ContentType="application/vnd.openxmlformats-officedocument.presentationml.slide+xml"/>
  <Override PartName="/ppt/slides/slide92.xml" ContentType="application/vnd.openxmlformats-officedocument.presentationml.slide+xml"/>
  <Override PartName="/ppt/slides/slide96.xml" ContentType="application/vnd.openxmlformats-officedocument.presentationml.slide+xml"/>
  <Override PartName="/ppt/slides/slide28.xml" ContentType="application/vnd.openxmlformats-officedocument.presentationml.slide+xml"/>
  <Override PartName="/ppt/slides/slide25.xml" ContentType="application/vnd.openxmlformats-officedocument.presentationml.slide+xml"/>
  <Override PartName="/ppt/slides/slide93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3" r:id="rId4"/>
    <p:sldMasterId id="2147483655" r:id="rId5"/>
    <p:sldMasterId id="2147483658" r:id="rId6"/>
    <p:sldMasterId id="2147483661" r:id="rId7"/>
    <p:sldMasterId id="2147483663" r:id="rId8"/>
    <p:sldMasterId id="2147483665" r:id="rId9"/>
    <p:sldMasterId id="2147483668" r:id="rId10"/>
    <p:sldMasterId id="2147483671" r:id="rId11"/>
    <p:sldMasterId id="2147483673" r:id="rId12"/>
    <p:sldMasterId id="2147483676" r:id="rId13"/>
    <p:sldMasterId id="2147483679" r:id="rId14"/>
    <p:sldMasterId id="2147483681" r:id="rId15"/>
    <p:sldMasterId id="2147483684" r:id="rId16"/>
    <p:sldMasterId id="2147483687" r:id="rId17"/>
    <p:sldMasterId id="2147483689" r:id="rId18"/>
    <p:sldMasterId id="2147483691" r:id="rId19"/>
    <p:sldMasterId id="2147483694" r:id="rId20"/>
    <p:sldMasterId id="2147483696" r:id="rId21"/>
    <p:sldMasterId id="2147483699" r:id="rId22"/>
  </p:sldMasterIdLst>
  <p:sldIdLst>
    <p:sldId id="256" r:id="rId23"/>
    <p:sldId id="257" r:id="rId24"/>
    <p:sldId id="258" r:id="rId25"/>
    <p:sldId id="259" r:id="rId26"/>
    <p:sldId id="260" r:id="rId27"/>
    <p:sldId id="261" r:id="rId28"/>
    <p:sldId id="262" r:id="rId29"/>
    <p:sldId id="263" r:id="rId30"/>
    <p:sldId id="264" r:id="rId31"/>
    <p:sldId id="265" r:id="rId32"/>
    <p:sldId id="266" r:id="rId33"/>
    <p:sldId id="267" r:id="rId34"/>
    <p:sldId id="268" r:id="rId35"/>
    <p:sldId id="269" r:id="rId36"/>
    <p:sldId id="270" r:id="rId37"/>
    <p:sldId id="271" r:id="rId38"/>
    <p:sldId id="272" r:id="rId39"/>
    <p:sldId id="273" r:id="rId40"/>
    <p:sldId id="274" r:id="rId41"/>
    <p:sldId id="275" r:id="rId42"/>
    <p:sldId id="276" r:id="rId43"/>
    <p:sldId id="277" r:id="rId44"/>
    <p:sldId id="278" r:id="rId45"/>
    <p:sldId id="279" r:id="rId46"/>
    <p:sldId id="280" r:id="rId47"/>
    <p:sldId id="281" r:id="rId48"/>
    <p:sldId id="282" r:id="rId49"/>
    <p:sldId id="283" r:id="rId50"/>
    <p:sldId id="284" r:id="rId51"/>
    <p:sldId id="285" r:id="rId52"/>
    <p:sldId id="286" r:id="rId53"/>
    <p:sldId id="287" r:id="rId54"/>
    <p:sldId id="288" r:id="rId55"/>
    <p:sldId id="289" r:id="rId56"/>
    <p:sldId id="290" r:id="rId57"/>
    <p:sldId id="291" r:id="rId58"/>
    <p:sldId id="292" r:id="rId59"/>
    <p:sldId id="293" r:id="rId60"/>
    <p:sldId id="294" r:id="rId61"/>
    <p:sldId id="295" r:id="rId62"/>
    <p:sldId id="296" r:id="rId63"/>
    <p:sldId id="297" r:id="rId64"/>
    <p:sldId id="298" r:id="rId65"/>
    <p:sldId id="299" r:id="rId66"/>
    <p:sldId id="300" r:id="rId67"/>
    <p:sldId id="301" r:id="rId68"/>
    <p:sldId id="302" r:id="rId69"/>
    <p:sldId id="303" r:id="rId70"/>
    <p:sldId id="304" r:id="rId71"/>
    <p:sldId id="305" r:id="rId72"/>
    <p:sldId id="306" r:id="rId73"/>
    <p:sldId id="307" r:id="rId74"/>
    <p:sldId id="308" r:id="rId75"/>
    <p:sldId id="309" r:id="rId76"/>
    <p:sldId id="310" r:id="rId77"/>
    <p:sldId id="311" r:id="rId78"/>
    <p:sldId id="312" r:id="rId79"/>
    <p:sldId id="313" r:id="rId80"/>
    <p:sldId id="314" r:id="rId81"/>
    <p:sldId id="315" r:id="rId82"/>
    <p:sldId id="316" r:id="rId83"/>
    <p:sldId id="317" r:id="rId84"/>
    <p:sldId id="318" r:id="rId85"/>
    <p:sldId id="319" r:id="rId86"/>
    <p:sldId id="320" r:id="rId87"/>
    <p:sldId id="321" r:id="rId88"/>
    <p:sldId id="322" r:id="rId89"/>
    <p:sldId id="323" r:id="rId90"/>
    <p:sldId id="324" r:id="rId91"/>
    <p:sldId id="325" r:id="rId92"/>
    <p:sldId id="326" r:id="rId93"/>
    <p:sldId id="327" r:id="rId94"/>
    <p:sldId id="328" r:id="rId95"/>
    <p:sldId id="329" r:id="rId96"/>
    <p:sldId id="330" r:id="rId97"/>
    <p:sldId id="331" r:id="rId98"/>
    <p:sldId id="332" r:id="rId99"/>
    <p:sldId id="333" r:id="rId100"/>
    <p:sldId id="334" r:id="rId101"/>
    <p:sldId id="335" r:id="rId102"/>
    <p:sldId id="336" r:id="rId103"/>
    <p:sldId id="337" r:id="rId104"/>
    <p:sldId id="338" r:id="rId105"/>
    <p:sldId id="339" r:id="rId106"/>
    <p:sldId id="340" r:id="rId107"/>
    <p:sldId id="341" r:id="rId108"/>
    <p:sldId id="342" r:id="rId109"/>
    <p:sldId id="343" r:id="rId110"/>
    <p:sldId id="344" r:id="rId111"/>
    <p:sldId id="345" r:id="rId112"/>
    <p:sldId id="346" r:id="rId113"/>
    <p:sldId id="347" r:id="rId114"/>
    <p:sldId id="348" r:id="rId115"/>
    <p:sldId id="349" r:id="rId116"/>
    <p:sldId id="350" r:id="rId117"/>
    <p:sldId id="351" r:id="rId118"/>
    <p:sldId id="352" r:id="rId119"/>
    <p:sldId id="353" r:id="rId120"/>
    <p:sldId id="354" r:id="rId121"/>
    <p:sldId id="355" r:id="rId122"/>
    <p:sldId id="356" r:id="rId123"/>
    <p:sldId id="357" r:id="rId124"/>
    <p:sldId id="358" r:id="rId125"/>
    <p:sldId id="359" r:id="rId126"/>
    <p:sldId id="360" r:id="rId127"/>
    <p:sldId id="361" r:id="rId128"/>
    <p:sldId id="362" r:id="rId129"/>
    <p:sldId id="363" r:id="rId130"/>
    <p:sldId id="364" r:id="rId131"/>
    <p:sldId id="365" r:id="rId132"/>
    <p:sldId id="366" r:id="rId133"/>
    <p:sldId id="367" r:id="rId134"/>
    <p:sldId id="368" r:id="rId135"/>
    <p:sldId id="369" r:id="rId136"/>
    <p:sldId id="370" r:id="rId137"/>
    <p:sldId id="371" r:id="rId138"/>
    <p:sldId id="372" r:id="rId139"/>
    <p:sldId id="373" r:id="rId140"/>
    <p:sldId id="374" r:id="rId141"/>
    <p:sldId id="375" r:id="rId142"/>
    <p:sldId id="376" r:id="rId143"/>
    <p:sldId id="377" r:id="rId144"/>
    <p:sldId id="378" r:id="rId145"/>
    <p:sldId id="379" r:id="rId146"/>
    <p:sldId id="380" r:id="rId147"/>
    <p:sldId id="381" r:id="rId148"/>
    <p:sldId id="382" r:id="rId149"/>
    <p:sldId id="383" r:id="rId150"/>
    <p:sldId id="384" r:id="rId151"/>
    <p:sldId id="385" r:id="rId152"/>
    <p:sldId id="386" r:id="rId153"/>
    <p:sldId id="387" r:id="rId154"/>
    <p:sldId id="388" r:id="rId155"/>
    <p:sldId id="389" r:id="rId156"/>
    <p:sldId id="390" r:id="rId157"/>
    <p:sldId id="391" r:id="rId158"/>
    <p:sldId id="392" r:id="rId159"/>
    <p:sldId id="393" r:id="rId160"/>
    <p:sldId id="394" r:id="rId161"/>
    <p:sldId id="395" r:id="rId162"/>
    <p:sldId id="396" r:id="rId163"/>
    <p:sldId id="397" r:id="rId164"/>
    <p:sldId id="398" r:id="rId165"/>
    <p:sldId id="399" r:id="rId166"/>
    <p:sldId id="400" r:id="rId167"/>
    <p:sldId id="401" r:id="rId168"/>
    <p:sldId id="402" r:id="rId169"/>
    <p:sldId id="403" r:id="rId170"/>
    <p:sldId id="404" r:id="rId171"/>
    <p:sldId id="405" r:id="rId172"/>
    <p:sldId id="406" r:id="rId173"/>
    <p:sldId id="407" r:id="rId174"/>
    <p:sldId id="408" r:id="rId175"/>
    <p:sldId id="409" r:id="rId176"/>
    <p:sldId id="410" r:id="rId177"/>
    <p:sldId id="411" r:id="rId178"/>
    <p:sldId id="412" r:id="rId179"/>
    <p:sldId id="413" r:id="rId180"/>
    <p:sldId id="414" r:id="rId181"/>
    <p:sldId id="415" r:id="rId182"/>
    <p:sldId id="416" r:id="rId183"/>
    <p:sldId id="417" r:id="rId184"/>
    <p:sldId id="418" r:id="rId185"/>
    <p:sldId id="419" r:id="rId186"/>
    <p:sldId id="420" r:id="rId187"/>
    <p:sldId id="421" r:id="rId188"/>
    <p:sldId id="422" r:id="rId189"/>
    <p:sldId id="423" r:id="rId190"/>
    <p:sldId id="424" r:id="rId191"/>
    <p:sldId id="425" r:id="rId192"/>
    <p:sldId id="426" r:id="rId193"/>
    <p:sldId id="427" r:id="rId194"/>
    <p:sldId id="428" r:id="rId195"/>
    <p:sldId id="429" r:id="rId196"/>
    <p:sldId id="430" r:id="rId197"/>
    <p:sldId id="431" r:id="rId198"/>
    <p:sldId id="432" r:id="rId199"/>
    <p:sldId id="433" r:id="rId200"/>
    <p:sldId id="434" r:id="rId201"/>
    <p:sldId id="435" r:id="rId202"/>
    <p:sldId id="436" r:id="rId203"/>
    <p:sldId id="437" r:id="rId204"/>
    <p:sldId id="438" r:id="rId205"/>
    <p:sldId id="439" r:id="rId206"/>
    <p:sldId id="440" r:id="rId207"/>
    <p:sldId id="441" r:id="rId208"/>
    <p:sldId id="442" r:id="rId209"/>
    <p:sldId id="443" r:id="rId210"/>
    <p:sldId id="444" r:id="rId211"/>
    <p:sldId id="445" r:id="rId212"/>
    <p:sldId id="446" r:id="rId213"/>
    <p:sldId id="447" r:id="rId214"/>
    <p:sldId id="448" r:id="rId215"/>
  </p:sldIdLst>
  <p:sldSz cx="10693400" cy="75565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Master" Target="slideMasters/slideMaster18.xml"/><Relationship Id="rId20" Type="http://schemas.openxmlformats.org/officeDocument/2006/relationships/slideMaster" Target="slideMasters/slideMaster19.xml"/><Relationship Id="rId21" Type="http://schemas.openxmlformats.org/officeDocument/2006/relationships/slideMaster" Target="slideMasters/slideMaster20.xml"/><Relationship Id="rId22" Type="http://schemas.openxmlformats.org/officeDocument/2006/relationships/slideMaster" Target="slideMasters/slideMaster21.xml"/><Relationship Id="rId23" Type="http://schemas.openxmlformats.org/officeDocument/2006/relationships/slide" Target="slides/slide1.xml"/><Relationship Id="rId24" Type="http://schemas.openxmlformats.org/officeDocument/2006/relationships/slide" Target="slides/slide2.xml"/><Relationship Id="rId25" Type="http://schemas.openxmlformats.org/officeDocument/2006/relationships/slide" Target="slides/slide3.xml"/><Relationship Id="rId26" Type="http://schemas.openxmlformats.org/officeDocument/2006/relationships/slide" Target="slides/slide4.xml"/><Relationship Id="rId27" Type="http://schemas.openxmlformats.org/officeDocument/2006/relationships/slide" Target="slides/slide5.xml"/><Relationship Id="rId28" Type="http://schemas.openxmlformats.org/officeDocument/2006/relationships/slide" Target="slides/slide6.xml"/><Relationship Id="rId29" Type="http://schemas.openxmlformats.org/officeDocument/2006/relationships/slide" Target="slides/slide7.xml"/><Relationship Id="rId30" Type="http://schemas.openxmlformats.org/officeDocument/2006/relationships/slide" Target="slides/slide8.xml"/><Relationship Id="rId31" Type="http://schemas.openxmlformats.org/officeDocument/2006/relationships/slide" Target="slides/slide9.xml"/><Relationship Id="rId32" Type="http://schemas.openxmlformats.org/officeDocument/2006/relationships/slide" Target="slides/slide10.xml"/><Relationship Id="rId33" Type="http://schemas.openxmlformats.org/officeDocument/2006/relationships/slide" Target="slides/slide11.xml"/><Relationship Id="rId34" Type="http://schemas.openxmlformats.org/officeDocument/2006/relationships/slide" Target="slides/slide12.xml"/><Relationship Id="rId35" Type="http://schemas.openxmlformats.org/officeDocument/2006/relationships/slide" Target="slides/slide13.xml"/><Relationship Id="rId36" Type="http://schemas.openxmlformats.org/officeDocument/2006/relationships/slide" Target="slides/slide14.xml"/><Relationship Id="rId37" Type="http://schemas.openxmlformats.org/officeDocument/2006/relationships/slide" Target="slides/slide15.xml"/><Relationship Id="rId38" Type="http://schemas.openxmlformats.org/officeDocument/2006/relationships/slide" Target="slides/slide16.xml"/><Relationship Id="rId39" Type="http://schemas.openxmlformats.org/officeDocument/2006/relationships/slide" Target="slides/slide17.xml"/><Relationship Id="rId40" Type="http://schemas.openxmlformats.org/officeDocument/2006/relationships/slide" Target="slides/slide18.xml"/><Relationship Id="rId41" Type="http://schemas.openxmlformats.org/officeDocument/2006/relationships/slide" Target="slides/slide19.xml"/><Relationship Id="rId42" Type="http://schemas.openxmlformats.org/officeDocument/2006/relationships/slide" Target="slides/slide20.xml"/><Relationship Id="rId43" Type="http://schemas.openxmlformats.org/officeDocument/2006/relationships/slide" Target="slides/slide21.xml"/><Relationship Id="rId44" Type="http://schemas.openxmlformats.org/officeDocument/2006/relationships/slide" Target="slides/slide22.xml"/><Relationship Id="rId45" Type="http://schemas.openxmlformats.org/officeDocument/2006/relationships/slide" Target="slides/slide23.xml"/><Relationship Id="rId46" Type="http://schemas.openxmlformats.org/officeDocument/2006/relationships/slide" Target="slides/slide24.xml"/><Relationship Id="rId47" Type="http://schemas.openxmlformats.org/officeDocument/2006/relationships/slide" Target="slides/slide25.xml"/><Relationship Id="rId48" Type="http://schemas.openxmlformats.org/officeDocument/2006/relationships/slide" Target="slides/slide26.xml"/><Relationship Id="rId49" Type="http://schemas.openxmlformats.org/officeDocument/2006/relationships/slide" Target="slides/slide27.xml"/><Relationship Id="rId50" Type="http://schemas.openxmlformats.org/officeDocument/2006/relationships/slide" Target="slides/slide28.xml"/><Relationship Id="rId51" Type="http://schemas.openxmlformats.org/officeDocument/2006/relationships/slide" Target="slides/slide29.xml"/><Relationship Id="rId52" Type="http://schemas.openxmlformats.org/officeDocument/2006/relationships/slide" Target="slides/slide30.xml"/><Relationship Id="rId53" Type="http://schemas.openxmlformats.org/officeDocument/2006/relationships/slide" Target="slides/slide31.xml"/><Relationship Id="rId54" Type="http://schemas.openxmlformats.org/officeDocument/2006/relationships/slide" Target="slides/slide32.xml"/><Relationship Id="rId55" Type="http://schemas.openxmlformats.org/officeDocument/2006/relationships/slide" Target="slides/slide33.xml"/><Relationship Id="rId56" Type="http://schemas.openxmlformats.org/officeDocument/2006/relationships/slide" Target="slides/slide34.xml"/><Relationship Id="rId57" Type="http://schemas.openxmlformats.org/officeDocument/2006/relationships/slide" Target="slides/slide35.xml"/><Relationship Id="rId58" Type="http://schemas.openxmlformats.org/officeDocument/2006/relationships/slide" Target="slides/slide36.xml"/><Relationship Id="rId59" Type="http://schemas.openxmlformats.org/officeDocument/2006/relationships/slide" Target="slides/slide37.xml"/><Relationship Id="rId60" Type="http://schemas.openxmlformats.org/officeDocument/2006/relationships/slide" Target="slides/slide38.xml"/><Relationship Id="rId61" Type="http://schemas.openxmlformats.org/officeDocument/2006/relationships/slide" Target="slides/slide39.xml"/><Relationship Id="rId62" Type="http://schemas.openxmlformats.org/officeDocument/2006/relationships/slide" Target="slides/slide40.xml"/><Relationship Id="rId63" Type="http://schemas.openxmlformats.org/officeDocument/2006/relationships/slide" Target="slides/slide41.xml"/><Relationship Id="rId64" Type="http://schemas.openxmlformats.org/officeDocument/2006/relationships/slide" Target="slides/slide42.xml"/><Relationship Id="rId65" Type="http://schemas.openxmlformats.org/officeDocument/2006/relationships/slide" Target="slides/slide43.xml"/><Relationship Id="rId66" Type="http://schemas.openxmlformats.org/officeDocument/2006/relationships/slide" Target="slides/slide44.xml"/><Relationship Id="rId67" Type="http://schemas.openxmlformats.org/officeDocument/2006/relationships/slide" Target="slides/slide45.xml"/><Relationship Id="rId68" Type="http://schemas.openxmlformats.org/officeDocument/2006/relationships/slide" Target="slides/slide46.xml"/><Relationship Id="rId69" Type="http://schemas.openxmlformats.org/officeDocument/2006/relationships/slide" Target="slides/slide47.xml"/><Relationship Id="rId70" Type="http://schemas.openxmlformats.org/officeDocument/2006/relationships/slide" Target="slides/slide48.xml"/><Relationship Id="rId71" Type="http://schemas.openxmlformats.org/officeDocument/2006/relationships/slide" Target="slides/slide49.xml"/><Relationship Id="rId72" Type="http://schemas.openxmlformats.org/officeDocument/2006/relationships/slide" Target="slides/slide50.xml"/><Relationship Id="rId73" Type="http://schemas.openxmlformats.org/officeDocument/2006/relationships/slide" Target="slides/slide51.xml"/><Relationship Id="rId74" Type="http://schemas.openxmlformats.org/officeDocument/2006/relationships/slide" Target="slides/slide52.xml"/><Relationship Id="rId75" Type="http://schemas.openxmlformats.org/officeDocument/2006/relationships/slide" Target="slides/slide53.xml"/><Relationship Id="rId76" Type="http://schemas.openxmlformats.org/officeDocument/2006/relationships/slide" Target="slides/slide54.xml"/><Relationship Id="rId77" Type="http://schemas.openxmlformats.org/officeDocument/2006/relationships/slide" Target="slides/slide55.xml"/><Relationship Id="rId78" Type="http://schemas.openxmlformats.org/officeDocument/2006/relationships/slide" Target="slides/slide56.xml"/><Relationship Id="rId79" Type="http://schemas.openxmlformats.org/officeDocument/2006/relationships/slide" Target="slides/slide57.xml"/><Relationship Id="rId80" Type="http://schemas.openxmlformats.org/officeDocument/2006/relationships/slide" Target="slides/slide58.xml"/><Relationship Id="rId81" Type="http://schemas.openxmlformats.org/officeDocument/2006/relationships/slide" Target="slides/slide59.xml"/><Relationship Id="rId82" Type="http://schemas.openxmlformats.org/officeDocument/2006/relationships/slide" Target="slides/slide60.xml"/><Relationship Id="rId83" Type="http://schemas.openxmlformats.org/officeDocument/2006/relationships/slide" Target="slides/slide61.xml"/><Relationship Id="rId84" Type="http://schemas.openxmlformats.org/officeDocument/2006/relationships/slide" Target="slides/slide62.xml"/><Relationship Id="rId85" Type="http://schemas.openxmlformats.org/officeDocument/2006/relationships/slide" Target="slides/slide63.xml"/><Relationship Id="rId86" Type="http://schemas.openxmlformats.org/officeDocument/2006/relationships/slide" Target="slides/slide64.xml"/><Relationship Id="rId87" Type="http://schemas.openxmlformats.org/officeDocument/2006/relationships/slide" Target="slides/slide65.xml"/><Relationship Id="rId88" Type="http://schemas.openxmlformats.org/officeDocument/2006/relationships/slide" Target="slides/slide66.xml"/><Relationship Id="rId89" Type="http://schemas.openxmlformats.org/officeDocument/2006/relationships/slide" Target="slides/slide67.xml"/><Relationship Id="rId90" Type="http://schemas.openxmlformats.org/officeDocument/2006/relationships/slide" Target="slides/slide68.xml"/><Relationship Id="rId91" Type="http://schemas.openxmlformats.org/officeDocument/2006/relationships/slide" Target="slides/slide69.xml"/><Relationship Id="rId92" Type="http://schemas.openxmlformats.org/officeDocument/2006/relationships/slide" Target="slides/slide70.xml"/><Relationship Id="rId93" Type="http://schemas.openxmlformats.org/officeDocument/2006/relationships/slide" Target="slides/slide71.xml"/><Relationship Id="rId94" Type="http://schemas.openxmlformats.org/officeDocument/2006/relationships/slide" Target="slides/slide72.xml"/><Relationship Id="rId95" Type="http://schemas.openxmlformats.org/officeDocument/2006/relationships/slide" Target="slides/slide73.xml"/><Relationship Id="rId96" Type="http://schemas.openxmlformats.org/officeDocument/2006/relationships/slide" Target="slides/slide74.xml"/><Relationship Id="rId97" Type="http://schemas.openxmlformats.org/officeDocument/2006/relationships/slide" Target="slides/slide75.xml"/><Relationship Id="rId98" Type="http://schemas.openxmlformats.org/officeDocument/2006/relationships/slide" Target="slides/slide76.xml"/><Relationship Id="rId99" Type="http://schemas.openxmlformats.org/officeDocument/2006/relationships/slide" Target="slides/slide77.xml"/><Relationship Id="rId100" Type="http://schemas.openxmlformats.org/officeDocument/2006/relationships/slide" Target="slides/slide78.xml"/><Relationship Id="rId101" Type="http://schemas.openxmlformats.org/officeDocument/2006/relationships/slide" Target="slides/slide79.xml"/><Relationship Id="rId102" Type="http://schemas.openxmlformats.org/officeDocument/2006/relationships/slide" Target="slides/slide80.xml"/><Relationship Id="rId103" Type="http://schemas.openxmlformats.org/officeDocument/2006/relationships/slide" Target="slides/slide81.xml"/><Relationship Id="rId104" Type="http://schemas.openxmlformats.org/officeDocument/2006/relationships/slide" Target="slides/slide82.xml"/><Relationship Id="rId105" Type="http://schemas.openxmlformats.org/officeDocument/2006/relationships/slide" Target="slides/slide83.xml"/><Relationship Id="rId106" Type="http://schemas.openxmlformats.org/officeDocument/2006/relationships/slide" Target="slides/slide84.xml"/><Relationship Id="rId107" Type="http://schemas.openxmlformats.org/officeDocument/2006/relationships/slide" Target="slides/slide85.xml"/><Relationship Id="rId108" Type="http://schemas.openxmlformats.org/officeDocument/2006/relationships/slide" Target="slides/slide86.xml"/><Relationship Id="rId109" Type="http://schemas.openxmlformats.org/officeDocument/2006/relationships/slide" Target="slides/slide87.xml"/><Relationship Id="rId110" Type="http://schemas.openxmlformats.org/officeDocument/2006/relationships/slide" Target="slides/slide88.xml"/><Relationship Id="rId111" Type="http://schemas.openxmlformats.org/officeDocument/2006/relationships/slide" Target="slides/slide89.xml"/><Relationship Id="rId112" Type="http://schemas.openxmlformats.org/officeDocument/2006/relationships/slide" Target="slides/slide90.xml"/><Relationship Id="rId113" Type="http://schemas.openxmlformats.org/officeDocument/2006/relationships/slide" Target="slides/slide91.xml"/><Relationship Id="rId114" Type="http://schemas.openxmlformats.org/officeDocument/2006/relationships/slide" Target="slides/slide92.xml"/><Relationship Id="rId115" Type="http://schemas.openxmlformats.org/officeDocument/2006/relationships/slide" Target="slides/slide93.xml"/><Relationship Id="rId116" Type="http://schemas.openxmlformats.org/officeDocument/2006/relationships/slide" Target="slides/slide94.xml"/><Relationship Id="rId117" Type="http://schemas.openxmlformats.org/officeDocument/2006/relationships/slide" Target="slides/slide95.xml"/><Relationship Id="rId118" Type="http://schemas.openxmlformats.org/officeDocument/2006/relationships/slide" Target="slides/slide96.xml"/><Relationship Id="rId119" Type="http://schemas.openxmlformats.org/officeDocument/2006/relationships/slide" Target="slides/slide97.xml"/><Relationship Id="rId120" Type="http://schemas.openxmlformats.org/officeDocument/2006/relationships/slide" Target="slides/slide98.xml"/><Relationship Id="rId121" Type="http://schemas.openxmlformats.org/officeDocument/2006/relationships/slide" Target="slides/slide99.xml"/><Relationship Id="rId122" Type="http://schemas.openxmlformats.org/officeDocument/2006/relationships/slide" Target="slides/slide100.xml"/><Relationship Id="rId123" Type="http://schemas.openxmlformats.org/officeDocument/2006/relationships/slide" Target="slides/slide101.xml"/><Relationship Id="rId124" Type="http://schemas.openxmlformats.org/officeDocument/2006/relationships/slide" Target="slides/slide102.xml"/><Relationship Id="rId125" Type="http://schemas.openxmlformats.org/officeDocument/2006/relationships/slide" Target="slides/slide103.xml"/><Relationship Id="rId126" Type="http://schemas.openxmlformats.org/officeDocument/2006/relationships/slide" Target="slides/slide104.xml"/><Relationship Id="rId127" Type="http://schemas.openxmlformats.org/officeDocument/2006/relationships/slide" Target="slides/slide105.xml"/><Relationship Id="rId128" Type="http://schemas.openxmlformats.org/officeDocument/2006/relationships/slide" Target="slides/slide106.xml"/><Relationship Id="rId129" Type="http://schemas.openxmlformats.org/officeDocument/2006/relationships/slide" Target="slides/slide107.xml"/><Relationship Id="rId130" Type="http://schemas.openxmlformats.org/officeDocument/2006/relationships/slide" Target="slides/slide108.xml"/><Relationship Id="rId131" Type="http://schemas.openxmlformats.org/officeDocument/2006/relationships/slide" Target="slides/slide109.xml"/><Relationship Id="rId132" Type="http://schemas.openxmlformats.org/officeDocument/2006/relationships/slide" Target="slides/slide110.xml"/><Relationship Id="rId133" Type="http://schemas.openxmlformats.org/officeDocument/2006/relationships/slide" Target="slides/slide111.xml"/><Relationship Id="rId134" Type="http://schemas.openxmlformats.org/officeDocument/2006/relationships/slide" Target="slides/slide112.xml"/><Relationship Id="rId135" Type="http://schemas.openxmlformats.org/officeDocument/2006/relationships/slide" Target="slides/slide113.xml"/><Relationship Id="rId136" Type="http://schemas.openxmlformats.org/officeDocument/2006/relationships/slide" Target="slides/slide114.xml"/><Relationship Id="rId137" Type="http://schemas.openxmlformats.org/officeDocument/2006/relationships/slide" Target="slides/slide115.xml"/><Relationship Id="rId138" Type="http://schemas.openxmlformats.org/officeDocument/2006/relationships/slide" Target="slides/slide116.xml"/><Relationship Id="rId139" Type="http://schemas.openxmlformats.org/officeDocument/2006/relationships/slide" Target="slides/slide117.xml"/><Relationship Id="rId140" Type="http://schemas.openxmlformats.org/officeDocument/2006/relationships/slide" Target="slides/slide118.xml"/><Relationship Id="rId141" Type="http://schemas.openxmlformats.org/officeDocument/2006/relationships/slide" Target="slides/slide119.xml"/><Relationship Id="rId142" Type="http://schemas.openxmlformats.org/officeDocument/2006/relationships/slide" Target="slides/slide120.xml"/><Relationship Id="rId143" Type="http://schemas.openxmlformats.org/officeDocument/2006/relationships/slide" Target="slides/slide121.xml"/><Relationship Id="rId144" Type="http://schemas.openxmlformats.org/officeDocument/2006/relationships/slide" Target="slides/slide122.xml"/><Relationship Id="rId145" Type="http://schemas.openxmlformats.org/officeDocument/2006/relationships/slide" Target="slides/slide123.xml"/><Relationship Id="rId146" Type="http://schemas.openxmlformats.org/officeDocument/2006/relationships/slide" Target="slides/slide124.xml"/><Relationship Id="rId147" Type="http://schemas.openxmlformats.org/officeDocument/2006/relationships/slide" Target="slides/slide125.xml"/><Relationship Id="rId148" Type="http://schemas.openxmlformats.org/officeDocument/2006/relationships/slide" Target="slides/slide126.xml"/><Relationship Id="rId149" Type="http://schemas.openxmlformats.org/officeDocument/2006/relationships/slide" Target="slides/slide127.xml"/><Relationship Id="rId150" Type="http://schemas.openxmlformats.org/officeDocument/2006/relationships/slide" Target="slides/slide128.xml"/><Relationship Id="rId151" Type="http://schemas.openxmlformats.org/officeDocument/2006/relationships/slide" Target="slides/slide129.xml"/><Relationship Id="rId152" Type="http://schemas.openxmlformats.org/officeDocument/2006/relationships/slide" Target="slides/slide130.xml"/><Relationship Id="rId153" Type="http://schemas.openxmlformats.org/officeDocument/2006/relationships/slide" Target="slides/slide131.xml"/><Relationship Id="rId154" Type="http://schemas.openxmlformats.org/officeDocument/2006/relationships/slide" Target="slides/slide132.xml"/><Relationship Id="rId155" Type="http://schemas.openxmlformats.org/officeDocument/2006/relationships/slide" Target="slides/slide133.xml"/><Relationship Id="rId156" Type="http://schemas.openxmlformats.org/officeDocument/2006/relationships/slide" Target="slides/slide134.xml"/><Relationship Id="rId157" Type="http://schemas.openxmlformats.org/officeDocument/2006/relationships/slide" Target="slides/slide135.xml"/><Relationship Id="rId158" Type="http://schemas.openxmlformats.org/officeDocument/2006/relationships/slide" Target="slides/slide136.xml"/><Relationship Id="rId159" Type="http://schemas.openxmlformats.org/officeDocument/2006/relationships/slide" Target="slides/slide137.xml"/><Relationship Id="rId160" Type="http://schemas.openxmlformats.org/officeDocument/2006/relationships/slide" Target="slides/slide138.xml"/><Relationship Id="rId161" Type="http://schemas.openxmlformats.org/officeDocument/2006/relationships/slide" Target="slides/slide139.xml"/><Relationship Id="rId162" Type="http://schemas.openxmlformats.org/officeDocument/2006/relationships/slide" Target="slides/slide140.xml"/><Relationship Id="rId163" Type="http://schemas.openxmlformats.org/officeDocument/2006/relationships/slide" Target="slides/slide141.xml"/><Relationship Id="rId164" Type="http://schemas.openxmlformats.org/officeDocument/2006/relationships/slide" Target="slides/slide142.xml"/><Relationship Id="rId165" Type="http://schemas.openxmlformats.org/officeDocument/2006/relationships/slide" Target="slides/slide143.xml"/><Relationship Id="rId166" Type="http://schemas.openxmlformats.org/officeDocument/2006/relationships/slide" Target="slides/slide144.xml"/><Relationship Id="rId167" Type="http://schemas.openxmlformats.org/officeDocument/2006/relationships/slide" Target="slides/slide145.xml"/><Relationship Id="rId168" Type="http://schemas.openxmlformats.org/officeDocument/2006/relationships/slide" Target="slides/slide146.xml"/><Relationship Id="rId169" Type="http://schemas.openxmlformats.org/officeDocument/2006/relationships/slide" Target="slides/slide147.xml"/><Relationship Id="rId170" Type="http://schemas.openxmlformats.org/officeDocument/2006/relationships/slide" Target="slides/slide148.xml"/><Relationship Id="rId171" Type="http://schemas.openxmlformats.org/officeDocument/2006/relationships/slide" Target="slides/slide149.xml"/><Relationship Id="rId172" Type="http://schemas.openxmlformats.org/officeDocument/2006/relationships/slide" Target="slides/slide150.xml"/><Relationship Id="rId173" Type="http://schemas.openxmlformats.org/officeDocument/2006/relationships/slide" Target="slides/slide151.xml"/><Relationship Id="rId174" Type="http://schemas.openxmlformats.org/officeDocument/2006/relationships/slide" Target="slides/slide152.xml"/><Relationship Id="rId175" Type="http://schemas.openxmlformats.org/officeDocument/2006/relationships/slide" Target="slides/slide153.xml"/><Relationship Id="rId176" Type="http://schemas.openxmlformats.org/officeDocument/2006/relationships/slide" Target="slides/slide154.xml"/><Relationship Id="rId177" Type="http://schemas.openxmlformats.org/officeDocument/2006/relationships/slide" Target="slides/slide155.xml"/><Relationship Id="rId178" Type="http://schemas.openxmlformats.org/officeDocument/2006/relationships/slide" Target="slides/slide156.xml"/><Relationship Id="rId179" Type="http://schemas.openxmlformats.org/officeDocument/2006/relationships/slide" Target="slides/slide157.xml"/><Relationship Id="rId180" Type="http://schemas.openxmlformats.org/officeDocument/2006/relationships/slide" Target="slides/slide158.xml"/><Relationship Id="rId181" Type="http://schemas.openxmlformats.org/officeDocument/2006/relationships/slide" Target="slides/slide159.xml"/><Relationship Id="rId182" Type="http://schemas.openxmlformats.org/officeDocument/2006/relationships/slide" Target="slides/slide160.xml"/><Relationship Id="rId183" Type="http://schemas.openxmlformats.org/officeDocument/2006/relationships/slide" Target="slides/slide161.xml"/><Relationship Id="rId184" Type="http://schemas.openxmlformats.org/officeDocument/2006/relationships/slide" Target="slides/slide162.xml"/><Relationship Id="rId185" Type="http://schemas.openxmlformats.org/officeDocument/2006/relationships/slide" Target="slides/slide163.xml"/><Relationship Id="rId186" Type="http://schemas.openxmlformats.org/officeDocument/2006/relationships/slide" Target="slides/slide164.xml"/><Relationship Id="rId187" Type="http://schemas.openxmlformats.org/officeDocument/2006/relationships/slide" Target="slides/slide165.xml"/><Relationship Id="rId188" Type="http://schemas.openxmlformats.org/officeDocument/2006/relationships/slide" Target="slides/slide166.xml"/><Relationship Id="rId189" Type="http://schemas.openxmlformats.org/officeDocument/2006/relationships/slide" Target="slides/slide167.xml"/><Relationship Id="rId190" Type="http://schemas.openxmlformats.org/officeDocument/2006/relationships/slide" Target="slides/slide168.xml"/><Relationship Id="rId191" Type="http://schemas.openxmlformats.org/officeDocument/2006/relationships/slide" Target="slides/slide169.xml"/><Relationship Id="rId192" Type="http://schemas.openxmlformats.org/officeDocument/2006/relationships/slide" Target="slides/slide170.xml"/><Relationship Id="rId193" Type="http://schemas.openxmlformats.org/officeDocument/2006/relationships/slide" Target="slides/slide171.xml"/><Relationship Id="rId194" Type="http://schemas.openxmlformats.org/officeDocument/2006/relationships/slide" Target="slides/slide172.xml"/><Relationship Id="rId195" Type="http://schemas.openxmlformats.org/officeDocument/2006/relationships/slide" Target="slides/slide173.xml"/><Relationship Id="rId196" Type="http://schemas.openxmlformats.org/officeDocument/2006/relationships/slide" Target="slides/slide174.xml"/><Relationship Id="rId197" Type="http://schemas.openxmlformats.org/officeDocument/2006/relationships/slide" Target="slides/slide175.xml"/><Relationship Id="rId198" Type="http://schemas.openxmlformats.org/officeDocument/2006/relationships/slide" Target="slides/slide176.xml"/><Relationship Id="rId199" Type="http://schemas.openxmlformats.org/officeDocument/2006/relationships/slide" Target="slides/slide177.xml"/><Relationship Id="rId200" Type="http://schemas.openxmlformats.org/officeDocument/2006/relationships/slide" Target="slides/slide178.xml"/><Relationship Id="rId201" Type="http://schemas.openxmlformats.org/officeDocument/2006/relationships/slide" Target="slides/slide179.xml"/><Relationship Id="rId202" Type="http://schemas.openxmlformats.org/officeDocument/2006/relationships/slide" Target="slides/slide180.xml"/><Relationship Id="rId203" Type="http://schemas.openxmlformats.org/officeDocument/2006/relationships/slide" Target="slides/slide181.xml"/><Relationship Id="rId204" Type="http://schemas.openxmlformats.org/officeDocument/2006/relationships/slide" Target="slides/slide182.xml"/><Relationship Id="rId205" Type="http://schemas.openxmlformats.org/officeDocument/2006/relationships/slide" Target="slides/slide183.xml"/><Relationship Id="rId206" Type="http://schemas.openxmlformats.org/officeDocument/2006/relationships/slide" Target="slides/slide184.xml"/><Relationship Id="rId207" Type="http://schemas.openxmlformats.org/officeDocument/2006/relationships/slide" Target="slides/slide185.xml"/><Relationship Id="rId208" Type="http://schemas.openxmlformats.org/officeDocument/2006/relationships/slide" Target="slides/slide186.xml"/><Relationship Id="rId209" Type="http://schemas.openxmlformats.org/officeDocument/2006/relationships/slide" Target="slides/slide187.xml"/><Relationship Id="rId210" Type="http://schemas.openxmlformats.org/officeDocument/2006/relationships/slide" Target="slides/slide188.xml"/><Relationship Id="rId211" Type="http://schemas.openxmlformats.org/officeDocument/2006/relationships/slide" Target="slides/slide189.xml"/><Relationship Id="rId212" Type="http://schemas.openxmlformats.org/officeDocument/2006/relationships/slide" Target="slides/slide190.xml"/><Relationship Id="rId213" Type="http://schemas.openxmlformats.org/officeDocument/2006/relationships/slide" Target="slides/slide191.xml"/><Relationship Id="rId214" Type="http://schemas.openxmlformats.org/officeDocument/2006/relationships/slide" Target="slides/slide192.xml"/><Relationship Id="rId215" Type="http://schemas.openxmlformats.org/officeDocument/2006/relationships/slide" Target="slides/slide193.xml"/><Relationship Id="rId21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E15C7C0-0CE1-4C26-BC29-36D887C77ED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EE0F2EF-A210-44FF-B369-C38351CA905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12082AF-6A4E-44DD-BDC8-3D44AE22701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77548A0B-929A-49D4-A8F5-8FB52FF2D9C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tandard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9003CE19-F4A6-4ACA-BCB6-14E245112A9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Standard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411120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5405400" y="2083320"/>
            <a:ext cx="411120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9D6C8E8C-4A58-4681-9C01-BB3368DFD82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tandard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FDBDF263-43DB-459D-8E70-C77C181015A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Standard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C7916B84-9865-4798-8021-35F227F5450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C8702C03-225A-44FA-9EAD-20CC9841994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10E31DA3-8A3C-48A8-A881-AB96CF5320D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tandard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C07A71BC-B931-4EC8-9D5A-4D19C20FA54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Standard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865761FE-B129-4D44-BAD7-B23C4B91F91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09606302-9778-4CCC-9622-8103C17DDBC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C172D1F4-61CA-4CEE-97B5-E7E79540855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Only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4FE53946-ECAF-49CC-8D9C-AC0E75CA8BB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tandard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4A1AF673-ED6D-47E4-A7AB-2AB5C96EF19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Standard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9F26F7DE-A658-4D4E-9A90-BB3E320BCDE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and Content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3C18C3C3-6278-4CA0-9E6D-B0580F5F790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and Content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A0B4DD2D-F5A3-4FBD-8691-1511CC2740A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tandard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626F258F-0EB8-4B2F-A502-D9CC99195AF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Standard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297D32C9-F4DE-42BC-B41F-644D3F04651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Standard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63F88243-DAE3-4D9B-9A6C-A87F043F54A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Standard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3DA679FC-7BE1-450D-86F4-1F2A0847A21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Standard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CAB6841E-75BF-46FC-BA9D-E350628C2D3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Standard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7EF17597-32FD-43E7-8E13-ADEF256BF96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tandard 4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E25E28D0-9BB9-41D5-A225-DDED3B42B3D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and Content_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AA892950-A0CA-41DB-A887-5F6ACCFDCED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and Content_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DCC38E6A-1E56-4A8C-8CCC-2AC4CCEF15E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tandard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19C182A4-316E-43FC-B11E-17EFE3F00F3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Standard 5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9"/>
          </p:nvPr>
        </p:nvSpPr>
        <p:spPr/>
        <p:txBody>
          <a:bodyPr/>
          <a:p>
            <a:fld id="{F56FBEA4-8515-4C04-B61A-4152F5BA9E8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0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tandard 5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9"/>
          </p:nvPr>
        </p:nvSpPr>
        <p:spPr/>
        <p:txBody>
          <a:bodyPr/>
          <a:p>
            <a:fld id="{963BD3D8-3519-4913-A0BC-FE363A0FA71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0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Standard 9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6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2"/>
          </p:nvPr>
        </p:nvSpPr>
        <p:spPr/>
        <p:txBody>
          <a:bodyPr/>
          <a:p>
            <a:fld id="{8C04EFE4-CA97-4590-ADA6-8FDB96176D7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3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2.xml"/><Relationship Id="rId7" Type="http://schemas.openxmlformats.org/officeDocument/2006/relationships/slideLayout" Target="../slideLayouts/slideLayout3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4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7.xml"/><Relationship Id="rId7" Type="http://schemas.openxmlformats.org/officeDocument/2006/relationships/slideLayout" Target="../slideLayouts/slideLayout8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9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10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11.xml"/><Relationship Id="rId7" Type="http://schemas.openxmlformats.org/officeDocument/2006/relationships/slideLayout" Target="../slideLayouts/slideLayout12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13.xml"/><Relationship Id="rId7" Type="http://schemas.openxmlformats.org/officeDocument/2006/relationships/slideLayout" Target="../slideLayouts/slideLayout14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15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20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2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23.xml"/><Relationship Id="rId7" Type="http://schemas.openxmlformats.org/officeDocument/2006/relationships/slideLayout" Target="../slideLayouts/slideLayout24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25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26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18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27.xml"/><Relationship Id="rId7" Type="http://schemas.openxmlformats.org/officeDocument/2006/relationships/slideLayout" Target="../slideLayouts/slideLayout28.xml"/>
</Relationships>
</file>

<file path=ppt/slideMasters/_rels/slideMaster19.xml.rels><?xml version="1.0" encoding="UTF-8"?>
<Relationships xmlns="http://schemas.openxmlformats.org/package/2006/relationships"><Relationship Id="rId1" Type="http://schemas.openxmlformats.org/officeDocument/2006/relationships/theme" Target="../theme/theme19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29.xml"/>
</Relationships>
</file>

<file path=ppt/slideMasters/_rels/slideMaster20.xml.rels><?xml version="1.0" encoding="UTF-8"?>
<Relationships xmlns="http://schemas.openxmlformats.org/package/2006/relationships"><Relationship Id="rId1" Type="http://schemas.openxmlformats.org/officeDocument/2006/relationships/theme" Target="../theme/theme20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30.xml"/><Relationship Id="rId7" Type="http://schemas.openxmlformats.org/officeDocument/2006/relationships/slideLayout" Target="../slideLayouts/slideLayout31.xml"/>
</Relationships>
</file>

<file path=ppt/slideMasters/_rels/slideMaster21.xml.rels><?xml version="1.0" encoding="UTF-8"?>
<Relationships xmlns="http://schemas.openxmlformats.org/package/2006/relationships"><Relationship Id="rId1" Type="http://schemas.openxmlformats.org/officeDocument/2006/relationships/theme" Target="../theme/theme2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3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bg object 16"/>
          <p:cNvSpPr/>
          <p:nvPr/>
        </p:nvSpPr>
        <p:spPr>
          <a:xfrm>
            <a:off x="290880" y="1397160"/>
            <a:ext cx="432000" cy="467280"/>
          </a:xfrm>
          <a:custGeom>
            <a:avLst/>
            <a:gdLst>
              <a:gd name="textAreaLeft" fmla="*/ 0 w 432000"/>
              <a:gd name="textAreaRight" fmla="*/ 434520 w 432000"/>
              <a:gd name="textAreaTop" fmla="*/ 0 h 467280"/>
              <a:gd name="textAreaBottom" fmla="*/ 469800 h 46728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" name="bg object 17" descr=""/>
          <p:cNvPicPr/>
          <p:nvPr/>
        </p:nvPicPr>
        <p:blipFill>
          <a:blip r:embed="rId2"/>
          <a:stretch/>
        </p:blipFill>
        <p:spPr>
          <a:xfrm>
            <a:off x="670680" y="1397160"/>
            <a:ext cx="324000" cy="467280"/>
          </a:xfrm>
          <a:prstGeom prst="rect">
            <a:avLst/>
          </a:prstGeom>
          <a:ln w="0">
            <a:noFill/>
          </a:ln>
        </p:spPr>
      </p:pic>
      <p:sp>
        <p:nvSpPr>
          <p:cNvPr id="2" name="bg object 18"/>
          <p:cNvSpPr/>
          <p:nvPr/>
        </p:nvSpPr>
        <p:spPr>
          <a:xfrm>
            <a:off x="414000" y="1816200"/>
            <a:ext cx="420480" cy="468720"/>
          </a:xfrm>
          <a:custGeom>
            <a:avLst/>
            <a:gdLst>
              <a:gd name="textAreaLeft" fmla="*/ 0 w 420480"/>
              <a:gd name="textAreaRight" fmla="*/ 423000 w 420480"/>
              <a:gd name="textAreaTop" fmla="*/ 0 h 468720"/>
              <a:gd name="textAreaBottom" fmla="*/ 471240 h 46872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" name="bg object 19" descr=""/>
          <p:cNvPicPr/>
          <p:nvPr/>
        </p:nvPicPr>
        <p:blipFill>
          <a:blip r:embed="rId3"/>
          <a:stretch/>
        </p:blipFill>
        <p:spPr>
          <a:xfrm>
            <a:off x="781200" y="1816200"/>
            <a:ext cx="365760" cy="468720"/>
          </a:xfrm>
          <a:prstGeom prst="rect">
            <a:avLst/>
          </a:prstGeom>
          <a:ln w="0">
            <a:noFill/>
          </a:ln>
        </p:spPr>
      </p:pic>
      <p:pic>
        <p:nvPicPr>
          <p:cNvPr id="4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7640" cy="419040"/>
          </a:xfrm>
          <a:prstGeom prst="rect">
            <a:avLst/>
          </a:prstGeom>
          <a:ln w="0">
            <a:noFill/>
          </a:ln>
        </p:spPr>
      </p:pic>
      <p:sp>
        <p:nvSpPr>
          <p:cNvPr id="5" name="bg object 21"/>
          <p:cNvSpPr/>
          <p:nvPr/>
        </p:nvSpPr>
        <p:spPr>
          <a:xfrm>
            <a:off x="635040" y="1289160"/>
            <a:ext cx="29160" cy="1046520"/>
          </a:xfrm>
          <a:custGeom>
            <a:avLst/>
            <a:gdLst>
              <a:gd name="textAreaLeft" fmla="*/ 0 w 29160"/>
              <a:gd name="textAreaRight" fmla="*/ 31680 w 29160"/>
              <a:gd name="textAreaTop" fmla="*/ 0 h 1046520"/>
              <a:gd name="textAreaBottom" fmla="*/ 1049040 h 104652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6" name="bg object 22" descr=""/>
          <p:cNvPicPr/>
          <p:nvPr/>
        </p:nvPicPr>
        <p:blipFill>
          <a:blip r:embed="rId5"/>
          <a:stretch/>
        </p:blipFill>
        <p:spPr>
          <a:xfrm>
            <a:off x="350640" y="2181960"/>
            <a:ext cx="8685720" cy="52200"/>
          </a:xfrm>
          <a:prstGeom prst="rect">
            <a:avLst/>
          </a:prstGeom>
          <a:ln w="0">
            <a:noFill/>
          </a:ln>
        </p:spPr>
      </p:pic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ftr" idx="1"/>
          </p:nvPr>
        </p:nvSpPr>
        <p:spPr>
          <a:xfrm>
            <a:off x="3635640" y="7027560"/>
            <a:ext cx="3419280" cy="37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sldNum" idx="2"/>
          </p:nvPr>
        </p:nvSpPr>
        <p:spPr>
          <a:xfrm>
            <a:off x="10069920" y="7229160"/>
            <a:ext cx="543600" cy="360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079AE954-45D7-4C08-B8A6-748B685BF23C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dt" idx="3"/>
          </p:nvPr>
        </p:nvSpPr>
        <p:spPr>
          <a:xfrm>
            <a:off x="534600" y="7027560"/>
            <a:ext cx="2457000" cy="37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6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g object 16"/>
          <p:cNvSpPr/>
          <p:nvPr/>
        </p:nvSpPr>
        <p:spPr>
          <a:xfrm>
            <a:off x="290880" y="1037160"/>
            <a:ext cx="432000" cy="467280"/>
          </a:xfrm>
          <a:custGeom>
            <a:avLst/>
            <a:gdLst>
              <a:gd name="textAreaLeft" fmla="*/ 0 w 432000"/>
              <a:gd name="textAreaRight" fmla="*/ 434520 w 432000"/>
              <a:gd name="textAreaTop" fmla="*/ 0 h 467280"/>
              <a:gd name="textAreaBottom" fmla="*/ 469800 h 46728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5" name="bg object 17" descr=""/>
          <p:cNvPicPr/>
          <p:nvPr/>
        </p:nvPicPr>
        <p:blipFill>
          <a:blip r:embed="rId2"/>
          <a:stretch/>
        </p:blipFill>
        <p:spPr>
          <a:xfrm>
            <a:off x="670680" y="1037160"/>
            <a:ext cx="324000" cy="467280"/>
          </a:xfrm>
          <a:prstGeom prst="rect">
            <a:avLst/>
          </a:prstGeom>
          <a:ln w="0">
            <a:noFill/>
          </a:ln>
        </p:spPr>
      </p:pic>
      <p:sp>
        <p:nvSpPr>
          <p:cNvPr id="16" name="bg object 18"/>
          <p:cNvSpPr/>
          <p:nvPr/>
        </p:nvSpPr>
        <p:spPr>
          <a:xfrm>
            <a:off x="414000" y="1456200"/>
            <a:ext cx="420480" cy="468720"/>
          </a:xfrm>
          <a:custGeom>
            <a:avLst/>
            <a:gdLst>
              <a:gd name="textAreaLeft" fmla="*/ 0 w 420480"/>
              <a:gd name="textAreaRight" fmla="*/ 423000 w 420480"/>
              <a:gd name="textAreaTop" fmla="*/ 0 h 468720"/>
              <a:gd name="textAreaBottom" fmla="*/ 471240 h 46872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" name="bg object 19" descr=""/>
          <p:cNvPicPr/>
          <p:nvPr/>
        </p:nvPicPr>
        <p:blipFill>
          <a:blip r:embed="rId3"/>
          <a:stretch/>
        </p:blipFill>
        <p:spPr>
          <a:xfrm>
            <a:off x="781200" y="1456200"/>
            <a:ext cx="365760" cy="468720"/>
          </a:xfrm>
          <a:prstGeom prst="rect">
            <a:avLst/>
          </a:prstGeom>
          <a:ln w="0">
            <a:noFill/>
          </a:ln>
        </p:spPr>
      </p:pic>
      <p:pic>
        <p:nvPicPr>
          <p:cNvPr id="18" name="bg object 20" descr=""/>
          <p:cNvPicPr/>
          <p:nvPr/>
        </p:nvPicPr>
        <p:blipFill>
          <a:blip r:embed="rId4"/>
          <a:stretch/>
        </p:blipFill>
        <p:spPr>
          <a:xfrm>
            <a:off x="0" y="1383840"/>
            <a:ext cx="557640" cy="419040"/>
          </a:xfrm>
          <a:prstGeom prst="rect">
            <a:avLst/>
          </a:prstGeom>
          <a:ln w="0">
            <a:noFill/>
          </a:ln>
        </p:spPr>
      </p:pic>
      <p:sp>
        <p:nvSpPr>
          <p:cNvPr id="19" name="bg object 21"/>
          <p:cNvSpPr/>
          <p:nvPr/>
        </p:nvSpPr>
        <p:spPr>
          <a:xfrm>
            <a:off x="635040" y="929160"/>
            <a:ext cx="29160" cy="1046520"/>
          </a:xfrm>
          <a:custGeom>
            <a:avLst/>
            <a:gdLst>
              <a:gd name="textAreaLeft" fmla="*/ 0 w 29160"/>
              <a:gd name="textAreaRight" fmla="*/ 31680 w 29160"/>
              <a:gd name="textAreaTop" fmla="*/ 0 h 1046520"/>
              <a:gd name="textAreaBottom" fmla="*/ 1049040 h 104652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0" name="bg object 22" descr=""/>
          <p:cNvPicPr/>
          <p:nvPr/>
        </p:nvPicPr>
        <p:blipFill>
          <a:blip r:embed="rId5"/>
          <a:stretch/>
        </p:blipFill>
        <p:spPr>
          <a:xfrm>
            <a:off x="350640" y="1821960"/>
            <a:ext cx="8685720" cy="52200"/>
          </a:xfrm>
          <a:prstGeom prst="rect">
            <a:avLst/>
          </a:prstGeom>
          <a:ln w="0">
            <a:noFill/>
          </a:ln>
        </p:spPr>
      </p:pic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ftr" idx="4"/>
          </p:nvPr>
        </p:nvSpPr>
        <p:spPr>
          <a:xfrm>
            <a:off x="3635640" y="7027560"/>
            <a:ext cx="3419280" cy="37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sldNum" idx="5"/>
          </p:nvPr>
        </p:nvSpPr>
        <p:spPr>
          <a:xfrm>
            <a:off x="10069920" y="7229160"/>
            <a:ext cx="543600" cy="360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73FB0DF8-003C-46D0-90C5-117DCFE37A93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dt" idx="6"/>
          </p:nvPr>
        </p:nvSpPr>
        <p:spPr>
          <a:xfrm>
            <a:off x="534600" y="7027560"/>
            <a:ext cx="2457000" cy="37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body"/>
          </p:nvPr>
        </p:nvSpPr>
        <p:spPr>
          <a:xfrm>
            <a:off x="534600" y="1767960"/>
            <a:ext cx="9623520" cy="438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6"/>
    <p:sldLayoutId id="2147483652" r:id="rId7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bg object 16"/>
          <p:cNvSpPr/>
          <p:nvPr/>
        </p:nvSpPr>
        <p:spPr>
          <a:xfrm>
            <a:off x="290880" y="1037160"/>
            <a:ext cx="432000" cy="467280"/>
          </a:xfrm>
          <a:custGeom>
            <a:avLst/>
            <a:gdLst>
              <a:gd name="textAreaLeft" fmla="*/ 0 w 432000"/>
              <a:gd name="textAreaRight" fmla="*/ 434520 w 432000"/>
              <a:gd name="textAreaTop" fmla="*/ 0 h 467280"/>
              <a:gd name="textAreaBottom" fmla="*/ 469800 h 46728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1" name="bg object 17" descr=""/>
          <p:cNvPicPr/>
          <p:nvPr/>
        </p:nvPicPr>
        <p:blipFill>
          <a:blip r:embed="rId2"/>
          <a:stretch/>
        </p:blipFill>
        <p:spPr>
          <a:xfrm>
            <a:off x="670680" y="1037160"/>
            <a:ext cx="324000" cy="467280"/>
          </a:xfrm>
          <a:prstGeom prst="rect">
            <a:avLst/>
          </a:prstGeom>
          <a:ln w="0">
            <a:noFill/>
          </a:ln>
        </p:spPr>
      </p:pic>
      <p:sp>
        <p:nvSpPr>
          <p:cNvPr id="32" name="bg object 18"/>
          <p:cNvSpPr/>
          <p:nvPr/>
        </p:nvSpPr>
        <p:spPr>
          <a:xfrm>
            <a:off x="414000" y="1456200"/>
            <a:ext cx="420480" cy="468720"/>
          </a:xfrm>
          <a:custGeom>
            <a:avLst/>
            <a:gdLst>
              <a:gd name="textAreaLeft" fmla="*/ 0 w 420480"/>
              <a:gd name="textAreaRight" fmla="*/ 423000 w 420480"/>
              <a:gd name="textAreaTop" fmla="*/ 0 h 468720"/>
              <a:gd name="textAreaBottom" fmla="*/ 471240 h 46872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3" name="bg object 19" descr=""/>
          <p:cNvPicPr/>
          <p:nvPr/>
        </p:nvPicPr>
        <p:blipFill>
          <a:blip r:embed="rId3"/>
          <a:stretch/>
        </p:blipFill>
        <p:spPr>
          <a:xfrm>
            <a:off x="781200" y="1456200"/>
            <a:ext cx="365760" cy="468720"/>
          </a:xfrm>
          <a:prstGeom prst="rect">
            <a:avLst/>
          </a:prstGeom>
          <a:ln w="0">
            <a:noFill/>
          </a:ln>
        </p:spPr>
      </p:pic>
      <p:pic>
        <p:nvPicPr>
          <p:cNvPr id="34" name="bg object 20" descr=""/>
          <p:cNvPicPr/>
          <p:nvPr/>
        </p:nvPicPr>
        <p:blipFill>
          <a:blip r:embed="rId4"/>
          <a:stretch/>
        </p:blipFill>
        <p:spPr>
          <a:xfrm>
            <a:off x="0" y="1383840"/>
            <a:ext cx="557640" cy="419040"/>
          </a:xfrm>
          <a:prstGeom prst="rect">
            <a:avLst/>
          </a:prstGeom>
          <a:ln w="0">
            <a:noFill/>
          </a:ln>
        </p:spPr>
      </p:pic>
      <p:sp>
        <p:nvSpPr>
          <p:cNvPr id="35" name="bg object 21"/>
          <p:cNvSpPr/>
          <p:nvPr/>
        </p:nvSpPr>
        <p:spPr>
          <a:xfrm>
            <a:off x="635040" y="929160"/>
            <a:ext cx="29160" cy="1046520"/>
          </a:xfrm>
          <a:custGeom>
            <a:avLst/>
            <a:gdLst>
              <a:gd name="textAreaLeft" fmla="*/ 0 w 29160"/>
              <a:gd name="textAreaRight" fmla="*/ 31680 w 29160"/>
              <a:gd name="textAreaTop" fmla="*/ 0 h 1046520"/>
              <a:gd name="textAreaBottom" fmla="*/ 1049040 h 104652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6" name="bg object 22" descr=""/>
          <p:cNvPicPr/>
          <p:nvPr/>
        </p:nvPicPr>
        <p:blipFill>
          <a:blip r:embed="rId5"/>
          <a:stretch/>
        </p:blipFill>
        <p:spPr>
          <a:xfrm>
            <a:off x="350640" y="1821960"/>
            <a:ext cx="8685720" cy="52200"/>
          </a:xfrm>
          <a:prstGeom prst="rect">
            <a:avLst/>
          </a:prstGeom>
          <a:ln w="0">
            <a:noFill/>
          </a:ln>
        </p:spPr>
      </p:pic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ftr" idx="7"/>
          </p:nvPr>
        </p:nvSpPr>
        <p:spPr>
          <a:xfrm>
            <a:off x="3635640" y="7027560"/>
            <a:ext cx="3419280" cy="37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sldNum" idx="8"/>
          </p:nvPr>
        </p:nvSpPr>
        <p:spPr>
          <a:xfrm>
            <a:off x="10069920" y="7229160"/>
            <a:ext cx="543600" cy="360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586B5B3C-986E-4489-999B-35703951AEA6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dt" idx="9"/>
          </p:nvPr>
        </p:nvSpPr>
        <p:spPr>
          <a:xfrm>
            <a:off x="534600" y="7027560"/>
            <a:ext cx="2457000" cy="37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4" r:id="rId6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bg object 16"/>
          <p:cNvSpPr/>
          <p:nvPr/>
        </p:nvSpPr>
        <p:spPr>
          <a:xfrm>
            <a:off x="290880" y="1037160"/>
            <a:ext cx="432000" cy="467280"/>
          </a:xfrm>
          <a:custGeom>
            <a:avLst/>
            <a:gdLst>
              <a:gd name="textAreaLeft" fmla="*/ 0 w 432000"/>
              <a:gd name="textAreaRight" fmla="*/ 434520 w 432000"/>
              <a:gd name="textAreaTop" fmla="*/ 0 h 467280"/>
              <a:gd name="textAreaBottom" fmla="*/ 469800 h 46728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5" name="bg object 17" descr=""/>
          <p:cNvPicPr/>
          <p:nvPr/>
        </p:nvPicPr>
        <p:blipFill>
          <a:blip r:embed="rId2"/>
          <a:stretch/>
        </p:blipFill>
        <p:spPr>
          <a:xfrm>
            <a:off x="670680" y="1037160"/>
            <a:ext cx="324000" cy="467280"/>
          </a:xfrm>
          <a:prstGeom prst="rect">
            <a:avLst/>
          </a:prstGeom>
          <a:ln w="0">
            <a:noFill/>
          </a:ln>
        </p:spPr>
      </p:pic>
      <p:sp>
        <p:nvSpPr>
          <p:cNvPr id="46" name="bg object 18"/>
          <p:cNvSpPr/>
          <p:nvPr/>
        </p:nvSpPr>
        <p:spPr>
          <a:xfrm>
            <a:off x="414000" y="1456200"/>
            <a:ext cx="420480" cy="468720"/>
          </a:xfrm>
          <a:custGeom>
            <a:avLst/>
            <a:gdLst>
              <a:gd name="textAreaLeft" fmla="*/ 0 w 420480"/>
              <a:gd name="textAreaRight" fmla="*/ 423000 w 420480"/>
              <a:gd name="textAreaTop" fmla="*/ 0 h 468720"/>
              <a:gd name="textAreaBottom" fmla="*/ 471240 h 46872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7" name="bg object 19" descr=""/>
          <p:cNvPicPr/>
          <p:nvPr/>
        </p:nvPicPr>
        <p:blipFill>
          <a:blip r:embed="rId3"/>
          <a:stretch/>
        </p:blipFill>
        <p:spPr>
          <a:xfrm>
            <a:off x="781200" y="1456200"/>
            <a:ext cx="365760" cy="468720"/>
          </a:xfrm>
          <a:prstGeom prst="rect">
            <a:avLst/>
          </a:prstGeom>
          <a:ln w="0">
            <a:noFill/>
          </a:ln>
        </p:spPr>
      </p:pic>
      <p:pic>
        <p:nvPicPr>
          <p:cNvPr id="48" name="bg object 20" descr=""/>
          <p:cNvPicPr/>
          <p:nvPr/>
        </p:nvPicPr>
        <p:blipFill>
          <a:blip r:embed="rId4"/>
          <a:stretch/>
        </p:blipFill>
        <p:spPr>
          <a:xfrm>
            <a:off x="0" y="1383840"/>
            <a:ext cx="557640" cy="419040"/>
          </a:xfrm>
          <a:prstGeom prst="rect">
            <a:avLst/>
          </a:prstGeom>
          <a:ln w="0">
            <a:noFill/>
          </a:ln>
        </p:spPr>
      </p:pic>
      <p:sp>
        <p:nvSpPr>
          <p:cNvPr id="49" name="bg object 21"/>
          <p:cNvSpPr/>
          <p:nvPr/>
        </p:nvSpPr>
        <p:spPr>
          <a:xfrm>
            <a:off x="635040" y="929160"/>
            <a:ext cx="29160" cy="1046520"/>
          </a:xfrm>
          <a:custGeom>
            <a:avLst/>
            <a:gdLst>
              <a:gd name="textAreaLeft" fmla="*/ 0 w 29160"/>
              <a:gd name="textAreaRight" fmla="*/ 31680 w 29160"/>
              <a:gd name="textAreaTop" fmla="*/ 0 h 1046520"/>
              <a:gd name="textAreaBottom" fmla="*/ 1049040 h 104652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50" name="bg object 22" descr=""/>
          <p:cNvPicPr/>
          <p:nvPr/>
        </p:nvPicPr>
        <p:blipFill>
          <a:blip r:embed="rId5"/>
          <a:stretch/>
        </p:blipFill>
        <p:spPr>
          <a:xfrm>
            <a:off x="350640" y="1821960"/>
            <a:ext cx="8685720" cy="52200"/>
          </a:xfrm>
          <a:prstGeom prst="rect">
            <a:avLst/>
          </a:prstGeom>
          <a:ln w="0">
            <a:noFill/>
          </a:ln>
        </p:spPr>
      </p:pic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411120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061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body"/>
          </p:nvPr>
        </p:nvSpPr>
        <p:spPr>
          <a:xfrm>
            <a:off x="5405760" y="2083320"/>
            <a:ext cx="411120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061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ftr" idx="10"/>
          </p:nvPr>
        </p:nvSpPr>
        <p:spPr>
          <a:xfrm>
            <a:off x="3635640" y="7027560"/>
            <a:ext cx="3419280" cy="37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 type="sldNum" idx="11"/>
          </p:nvPr>
        </p:nvSpPr>
        <p:spPr>
          <a:xfrm>
            <a:off x="10069920" y="7229160"/>
            <a:ext cx="543600" cy="360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7F78421B-76E1-4165-A404-7180C2B8A21C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" name="PlaceHolder 6"/>
          <p:cNvSpPr>
            <a:spLocks noGrp="1"/>
          </p:cNvSpPr>
          <p:nvPr>
            <p:ph type="dt" idx="12"/>
          </p:nvPr>
        </p:nvSpPr>
        <p:spPr>
          <a:xfrm>
            <a:off x="534600" y="7027560"/>
            <a:ext cx="2457000" cy="37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6" r:id="rId6"/>
    <p:sldLayoutId id="2147483657" r:id="rId7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bg object 16"/>
          <p:cNvSpPr/>
          <p:nvPr/>
        </p:nvSpPr>
        <p:spPr>
          <a:xfrm>
            <a:off x="290880" y="1037160"/>
            <a:ext cx="432000" cy="467280"/>
          </a:xfrm>
          <a:custGeom>
            <a:avLst/>
            <a:gdLst>
              <a:gd name="textAreaLeft" fmla="*/ 0 w 432000"/>
              <a:gd name="textAreaRight" fmla="*/ 434520 w 432000"/>
              <a:gd name="textAreaTop" fmla="*/ 0 h 467280"/>
              <a:gd name="textAreaBottom" fmla="*/ 469800 h 46728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63" name="bg object 17" descr=""/>
          <p:cNvPicPr/>
          <p:nvPr/>
        </p:nvPicPr>
        <p:blipFill>
          <a:blip r:embed="rId2"/>
          <a:stretch/>
        </p:blipFill>
        <p:spPr>
          <a:xfrm>
            <a:off x="670680" y="1037160"/>
            <a:ext cx="324000" cy="467280"/>
          </a:xfrm>
          <a:prstGeom prst="rect">
            <a:avLst/>
          </a:prstGeom>
          <a:ln w="0">
            <a:noFill/>
          </a:ln>
        </p:spPr>
      </p:pic>
      <p:sp>
        <p:nvSpPr>
          <p:cNvPr id="64" name="bg object 18"/>
          <p:cNvSpPr/>
          <p:nvPr/>
        </p:nvSpPr>
        <p:spPr>
          <a:xfrm>
            <a:off x="414000" y="1456200"/>
            <a:ext cx="420480" cy="468720"/>
          </a:xfrm>
          <a:custGeom>
            <a:avLst/>
            <a:gdLst>
              <a:gd name="textAreaLeft" fmla="*/ 0 w 420480"/>
              <a:gd name="textAreaRight" fmla="*/ 423000 w 420480"/>
              <a:gd name="textAreaTop" fmla="*/ 0 h 468720"/>
              <a:gd name="textAreaBottom" fmla="*/ 471240 h 46872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5" name="bg object 19" descr=""/>
          <p:cNvPicPr/>
          <p:nvPr/>
        </p:nvPicPr>
        <p:blipFill>
          <a:blip r:embed="rId3"/>
          <a:stretch/>
        </p:blipFill>
        <p:spPr>
          <a:xfrm>
            <a:off x="781200" y="1456200"/>
            <a:ext cx="365760" cy="468720"/>
          </a:xfrm>
          <a:prstGeom prst="rect">
            <a:avLst/>
          </a:prstGeom>
          <a:ln w="0">
            <a:noFill/>
          </a:ln>
        </p:spPr>
      </p:pic>
      <p:pic>
        <p:nvPicPr>
          <p:cNvPr id="66" name="bg object 20" descr=""/>
          <p:cNvPicPr/>
          <p:nvPr/>
        </p:nvPicPr>
        <p:blipFill>
          <a:blip r:embed="rId4"/>
          <a:stretch/>
        </p:blipFill>
        <p:spPr>
          <a:xfrm>
            <a:off x="0" y="1383840"/>
            <a:ext cx="557640" cy="419040"/>
          </a:xfrm>
          <a:prstGeom prst="rect">
            <a:avLst/>
          </a:prstGeom>
          <a:ln w="0">
            <a:noFill/>
          </a:ln>
        </p:spPr>
      </p:pic>
      <p:sp>
        <p:nvSpPr>
          <p:cNvPr id="67" name="bg object 21"/>
          <p:cNvSpPr/>
          <p:nvPr/>
        </p:nvSpPr>
        <p:spPr>
          <a:xfrm>
            <a:off x="635040" y="929160"/>
            <a:ext cx="29160" cy="1046520"/>
          </a:xfrm>
          <a:custGeom>
            <a:avLst/>
            <a:gdLst>
              <a:gd name="textAreaLeft" fmla="*/ 0 w 29160"/>
              <a:gd name="textAreaRight" fmla="*/ 31680 w 29160"/>
              <a:gd name="textAreaTop" fmla="*/ 0 h 1046520"/>
              <a:gd name="textAreaBottom" fmla="*/ 1049040 h 104652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68" name="bg object 22" descr=""/>
          <p:cNvPicPr/>
          <p:nvPr/>
        </p:nvPicPr>
        <p:blipFill>
          <a:blip r:embed="rId5"/>
          <a:stretch/>
        </p:blipFill>
        <p:spPr>
          <a:xfrm>
            <a:off x="350640" y="1821960"/>
            <a:ext cx="8685720" cy="52200"/>
          </a:xfrm>
          <a:prstGeom prst="rect">
            <a:avLst/>
          </a:prstGeom>
          <a:ln w="0">
            <a:noFill/>
          </a:ln>
        </p:spPr>
      </p:pic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3"/>
          <p:cNvSpPr>
            <a:spLocks noGrp="1"/>
          </p:cNvSpPr>
          <p:nvPr>
            <p:ph type="ftr" idx="13"/>
          </p:nvPr>
        </p:nvSpPr>
        <p:spPr>
          <a:xfrm>
            <a:off x="3635640" y="7027560"/>
            <a:ext cx="3419280" cy="37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" name="PlaceHolder 4"/>
          <p:cNvSpPr>
            <a:spLocks noGrp="1"/>
          </p:cNvSpPr>
          <p:nvPr>
            <p:ph type="sldNum" idx="14"/>
          </p:nvPr>
        </p:nvSpPr>
        <p:spPr>
          <a:xfrm>
            <a:off x="10069920" y="7229160"/>
            <a:ext cx="543600" cy="360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FDE6093E-77D9-4A1C-A34B-4EE0DD2DCAD9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" name="PlaceHolder 5"/>
          <p:cNvSpPr>
            <a:spLocks noGrp="1"/>
          </p:cNvSpPr>
          <p:nvPr>
            <p:ph type="dt" idx="15"/>
          </p:nvPr>
        </p:nvSpPr>
        <p:spPr>
          <a:xfrm>
            <a:off x="534600" y="7027560"/>
            <a:ext cx="2457000" cy="37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6"/>
    <p:sldLayoutId id="2147483660" r:id="rId7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bg object 16"/>
          <p:cNvSpPr/>
          <p:nvPr/>
        </p:nvSpPr>
        <p:spPr>
          <a:xfrm>
            <a:off x="290880" y="1145160"/>
            <a:ext cx="432000" cy="467280"/>
          </a:xfrm>
          <a:custGeom>
            <a:avLst/>
            <a:gdLst>
              <a:gd name="textAreaLeft" fmla="*/ 0 w 432000"/>
              <a:gd name="textAreaRight" fmla="*/ 434520 w 432000"/>
              <a:gd name="textAreaTop" fmla="*/ 0 h 467280"/>
              <a:gd name="textAreaBottom" fmla="*/ 469800 h 46728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79" name="bg object 17" descr=""/>
          <p:cNvPicPr/>
          <p:nvPr/>
        </p:nvPicPr>
        <p:blipFill>
          <a:blip r:embed="rId2"/>
          <a:stretch/>
        </p:blipFill>
        <p:spPr>
          <a:xfrm>
            <a:off x="670680" y="1145160"/>
            <a:ext cx="324000" cy="467280"/>
          </a:xfrm>
          <a:prstGeom prst="rect">
            <a:avLst/>
          </a:prstGeom>
          <a:ln w="0">
            <a:noFill/>
          </a:ln>
        </p:spPr>
      </p:pic>
      <p:sp>
        <p:nvSpPr>
          <p:cNvPr id="80" name="bg object 18"/>
          <p:cNvSpPr/>
          <p:nvPr/>
        </p:nvSpPr>
        <p:spPr>
          <a:xfrm>
            <a:off x="414000" y="1564200"/>
            <a:ext cx="420480" cy="468720"/>
          </a:xfrm>
          <a:custGeom>
            <a:avLst/>
            <a:gdLst>
              <a:gd name="textAreaLeft" fmla="*/ 0 w 420480"/>
              <a:gd name="textAreaRight" fmla="*/ 423000 w 420480"/>
              <a:gd name="textAreaTop" fmla="*/ 0 h 468720"/>
              <a:gd name="textAreaBottom" fmla="*/ 471240 h 46872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1" name="bg object 19" descr=""/>
          <p:cNvPicPr/>
          <p:nvPr/>
        </p:nvPicPr>
        <p:blipFill>
          <a:blip r:embed="rId3"/>
          <a:stretch/>
        </p:blipFill>
        <p:spPr>
          <a:xfrm>
            <a:off x="781200" y="1564200"/>
            <a:ext cx="365760" cy="468720"/>
          </a:xfrm>
          <a:prstGeom prst="rect">
            <a:avLst/>
          </a:prstGeom>
          <a:ln w="0">
            <a:noFill/>
          </a:ln>
        </p:spPr>
      </p:pic>
      <p:pic>
        <p:nvPicPr>
          <p:cNvPr id="82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7640" cy="419040"/>
          </a:xfrm>
          <a:prstGeom prst="rect">
            <a:avLst/>
          </a:prstGeom>
          <a:ln w="0">
            <a:noFill/>
          </a:ln>
        </p:spPr>
      </p:pic>
      <p:sp>
        <p:nvSpPr>
          <p:cNvPr id="83" name="bg object 21"/>
          <p:cNvSpPr/>
          <p:nvPr/>
        </p:nvSpPr>
        <p:spPr>
          <a:xfrm>
            <a:off x="635040" y="1037160"/>
            <a:ext cx="29160" cy="1046520"/>
          </a:xfrm>
          <a:custGeom>
            <a:avLst/>
            <a:gdLst>
              <a:gd name="textAreaLeft" fmla="*/ 0 w 29160"/>
              <a:gd name="textAreaRight" fmla="*/ 31680 w 29160"/>
              <a:gd name="textAreaTop" fmla="*/ 0 h 1046520"/>
              <a:gd name="textAreaBottom" fmla="*/ 1049040 h 104652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84" name="bg object 22" descr=""/>
          <p:cNvPicPr/>
          <p:nvPr/>
        </p:nvPicPr>
        <p:blipFill>
          <a:blip r:embed="rId5"/>
          <a:stretch/>
        </p:blipFill>
        <p:spPr>
          <a:xfrm>
            <a:off x="350640" y="1929960"/>
            <a:ext cx="8685720" cy="52200"/>
          </a:xfrm>
          <a:prstGeom prst="rect">
            <a:avLst/>
          </a:prstGeom>
          <a:ln w="0">
            <a:noFill/>
          </a:ln>
        </p:spPr>
      </p:pic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PlaceHolder 3"/>
          <p:cNvSpPr>
            <a:spLocks noGrp="1"/>
          </p:cNvSpPr>
          <p:nvPr>
            <p:ph type="ftr" idx="16"/>
          </p:nvPr>
        </p:nvSpPr>
        <p:spPr>
          <a:xfrm>
            <a:off x="3635640" y="7027560"/>
            <a:ext cx="3419280" cy="37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" name="PlaceHolder 4"/>
          <p:cNvSpPr>
            <a:spLocks noGrp="1"/>
          </p:cNvSpPr>
          <p:nvPr>
            <p:ph type="sldNum" idx="17"/>
          </p:nvPr>
        </p:nvSpPr>
        <p:spPr>
          <a:xfrm>
            <a:off x="10069920" y="7229160"/>
            <a:ext cx="543600" cy="360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EC13202D-4ACF-47EB-8F57-9A5ACA38C4F2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" name="PlaceHolder 5"/>
          <p:cNvSpPr>
            <a:spLocks noGrp="1"/>
          </p:cNvSpPr>
          <p:nvPr>
            <p:ph type="dt" idx="18"/>
          </p:nvPr>
        </p:nvSpPr>
        <p:spPr>
          <a:xfrm>
            <a:off x="534600" y="7027560"/>
            <a:ext cx="2457000" cy="37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6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bg object 16"/>
          <p:cNvSpPr/>
          <p:nvPr/>
        </p:nvSpPr>
        <p:spPr>
          <a:xfrm>
            <a:off x="290880" y="821160"/>
            <a:ext cx="432000" cy="467280"/>
          </a:xfrm>
          <a:custGeom>
            <a:avLst/>
            <a:gdLst>
              <a:gd name="textAreaLeft" fmla="*/ 0 w 432000"/>
              <a:gd name="textAreaRight" fmla="*/ 434520 w 432000"/>
              <a:gd name="textAreaTop" fmla="*/ 0 h 467280"/>
              <a:gd name="textAreaBottom" fmla="*/ 469800 h 46728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93" name="bg object 17" descr=""/>
          <p:cNvPicPr/>
          <p:nvPr/>
        </p:nvPicPr>
        <p:blipFill>
          <a:blip r:embed="rId2"/>
          <a:stretch/>
        </p:blipFill>
        <p:spPr>
          <a:xfrm>
            <a:off x="670680" y="821160"/>
            <a:ext cx="324000" cy="467280"/>
          </a:xfrm>
          <a:prstGeom prst="rect">
            <a:avLst/>
          </a:prstGeom>
          <a:ln w="0">
            <a:noFill/>
          </a:ln>
        </p:spPr>
      </p:pic>
      <p:sp>
        <p:nvSpPr>
          <p:cNvPr id="94" name="bg object 18"/>
          <p:cNvSpPr/>
          <p:nvPr/>
        </p:nvSpPr>
        <p:spPr>
          <a:xfrm>
            <a:off x="414000" y="1240200"/>
            <a:ext cx="420480" cy="468720"/>
          </a:xfrm>
          <a:custGeom>
            <a:avLst/>
            <a:gdLst>
              <a:gd name="textAreaLeft" fmla="*/ 0 w 420480"/>
              <a:gd name="textAreaRight" fmla="*/ 423000 w 420480"/>
              <a:gd name="textAreaTop" fmla="*/ 0 h 468720"/>
              <a:gd name="textAreaBottom" fmla="*/ 471240 h 46872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5" name="bg object 19" descr=""/>
          <p:cNvPicPr/>
          <p:nvPr/>
        </p:nvPicPr>
        <p:blipFill>
          <a:blip r:embed="rId3"/>
          <a:stretch/>
        </p:blipFill>
        <p:spPr>
          <a:xfrm>
            <a:off x="781200" y="1240200"/>
            <a:ext cx="365760" cy="468720"/>
          </a:xfrm>
          <a:prstGeom prst="rect">
            <a:avLst/>
          </a:prstGeom>
          <a:ln w="0">
            <a:noFill/>
          </a:ln>
        </p:spPr>
      </p:pic>
      <p:pic>
        <p:nvPicPr>
          <p:cNvPr id="96" name="bg object 20" descr=""/>
          <p:cNvPicPr/>
          <p:nvPr/>
        </p:nvPicPr>
        <p:blipFill>
          <a:blip r:embed="rId4"/>
          <a:stretch/>
        </p:blipFill>
        <p:spPr>
          <a:xfrm>
            <a:off x="0" y="1167840"/>
            <a:ext cx="557640" cy="419040"/>
          </a:xfrm>
          <a:prstGeom prst="rect">
            <a:avLst/>
          </a:prstGeom>
          <a:ln w="0">
            <a:noFill/>
          </a:ln>
        </p:spPr>
      </p:pic>
      <p:sp>
        <p:nvSpPr>
          <p:cNvPr id="97" name="bg object 21"/>
          <p:cNvSpPr/>
          <p:nvPr/>
        </p:nvSpPr>
        <p:spPr>
          <a:xfrm>
            <a:off x="635040" y="713160"/>
            <a:ext cx="29160" cy="1046520"/>
          </a:xfrm>
          <a:custGeom>
            <a:avLst/>
            <a:gdLst>
              <a:gd name="textAreaLeft" fmla="*/ 0 w 29160"/>
              <a:gd name="textAreaRight" fmla="*/ 31680 w 29160"/>
              <a:gd name="textAreaTop" fmla="*/ 0 h 1046520"/>
              <a:gd name="textAreaBottom" fmla="*/ 1049040 h 104652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98" name="bg object 22" descr=""/>
          <p:cNvPicPr/>
          <p:nvPr/>
        </p:nvPicPr>
        <p:blipFill>
          <a:blip r:embed="rId5"/>
          <a:stretch/>
        </p:blipFill>
        <p:spPr>
          <a:xfrm>
            <a:off x="350640" y="1605960"/>
            <a:ext cx="8685720" cy="52200"/>
          </a:xfrm>
          <a:prstGeom prst="rect">
            <a:avLst/>
          </a:prstGeom>
          <a:ln w="0">
            <a:noFill/>
          </a:ln>
        </p:spPr>
      </p:pic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 type="ftr" idx="19"/>
          </p:nvPr>
        </p:nvSpPr>
        <p:spPr>
          <a:xfrm>
            <a:off x="3635640" y="7027560"/>
            <a:ext cx="3419280" cy="37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" name="PlaceHolder 4"/>
          <p:cNvSpPr>
            <a:spLocks noGrp="1"/>
          </p:cNvSpPr>
          <p:nvPr>
            <p:ph type="sldNum" idx="20"/>
          </p:nvPr>
        </p:nvSpPr>
        <p:spPr>
          <a:xfrm>
            <a:off x="10069920" y="7229160"/>
            <a:ext cx="543600" cy="360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0271A205-3AE4-465E-B28C-8B6E04DC00B3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" name="PlaceHolder 5"/>
          <p:cNvSpPr>
            <a:spLocks noGrp="1"/>
          </p:cNvSpPr>
          <p:nvPr>
            <p:ph type="dt" idx="21"/>
          </p:nvPr>
        </p:nvSpPr>
        <p:spPr>
          <a:xfrm>
            <a:off x="534600" y="7027560"/>
            <a:ext cx="2457000" cy="37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4" r:id="rId6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bg object 16"/>
          <p:cNvSpPr/>
          <p:nvPr/>
        </p:nvSpPr>
        <p:spPr>
          <a:xfrm>
            <a:off x="290880" y="821160"/>
            <a:ext cx="432000" cy="467280"/>
          </a:xfrm>
          <a:custGeom>
            <a:avLst/>
            <a:gdLst>
              <a:gd name="textAreaLeft" fmla="*/ 0 w 432000"/>
              <a:gd name="textAreaRight" fmla="*/ 434520 w 432000"/>
              <a:gd name="textAreaTop" fmla="*/ 0 h 467280"/>
              <a:gd name="textAreaBottom" fmla="*/ 469800 h 46728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07" name="bg object 17" descr=""/>
          <p:cNvPicPr/>
          <p:nvPr/>
        </p:nvPicPr>
        <p:blipFill>
          <a:blip r:embed="rId2"/>
          <a:stretch/>
        </p:blipFill>
        <p:spPr>
          <a:xfrm>
            <a:off x="670680" y="821160"/>
            <a:ext cx="324000" cy="467280"/>
          </a:xfrm>
          <a:prstGeom prst="rect">
            <a:avLst/>
          </a:prstGeom>
          <a:ln w="0">
            <a:noFill/>
          </a:ln>
        </p:spPr>
      </p:pic>
      <p:sp>
        <p:nvSpPr>
          <p:cNvPr id="108" name="bg object 18"/>
          <p:cNvSpPr/>
          <p:nvPr/>
        </p:nvSpPr>
        <p:spPr>
          <a:xfrm>
            <a:off x="414000" y="1240200"/>
            <a:ext cx="420480" cy="468720"/>
          </a:xfrm>
          <a:custGeom>
            <a:avLst/>
            <a:gdLst>
              <a:gd name="textAreaLeft" fmla="*/ 0 w 420480"/>
              <a:gd name="textAreaRight" fmla="*/ 423000 w 420480"/>
              <a:gd name="textAreaTop" fmla="*/ 0 h 468720"/>
              <a:gd name="textAreaBottom" fmla="*/ 471240 h 46872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9" name="bg object 19" descr=""/>
          <p:cNvPicPr/>
          <p:nvPr/>
        </p:nvPicPr>
        <p:blipFill>
          <a:blip r:embed="rId3"/>
          <a:stretch/>
        </p:blipFill>
        <p:spPr>
          <a:xfrm>
            <a:off x="781200" y="1240200"/>
            <a:ext cx="365760" cy="468720"/>
          </a:xfrm>
          <a:prstGeom prst="rect">
            <a:avLst/>
          </a:prstGeom>
          <a:ln w="0">
            <a:noFill/>
          </a:ln>
        </p:spPr>
      </p:pic>
      <p:pic>
        <p:nvPicPr>
          <p:cNvPr id="110" name="bg object 20" descr=""/>
          <p:cNvPicPr/>
          <p:nvPr/>
        </p:nvPicPr>
        <p:blipFill>
          <a:blip r:embed="rId4"/>
          <a:stretch/>
        </p:blipFill>
        <p:spPr>
          <a:xfrm>
            <a:off x="0" y="1167840"/>
            <a:ext cx="557640" cy="419040"/>
          </a:xfrm>
          <a:prstGeom prst="rect">
            <a:avLst/>
          </a:prstGeom>
          <a:ln w="0">
            <a:noFill/>
          </a:ln>
        </p:spPr>
      </p:pic>
      <p:sp>
        <p:nvSpPr>
          <p:cNvPr id="111" name="bg object 21"/>
          <p:cNvSpPr/>
          <p:nvPr/>
        </p:nvSpPr>
        <p:spPr>
          <a:xfrm>
            <a:off x="635040" y="713160"/>
            <a:ext cx="29160" cy="1046520"/>
          </a:xfrm>
          <a:custGeom>
            <a:avLst/>
            <a:gdLst>
              <a:gd name="textAreaLeft" fmla="*/ 0 w 29160"/>
              <a:gd name="textAreaRight" fmla="*/ 31680 w 29160"/>
              <a:gd name="textAreaTop" fmla="*/ 0 h 1046520"/>
              <a:gd name="textAreaBottom" fmla="*/ 1049040 h 104652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12" name="bg object 22" descr=""/>
          <p:cNvPicPr/>
          <p:nvPr/>
        </p:nvPicPr>
        <p:blipFill>
          <a:blip r:embed="rId5"/>
          <a:stretch/>
        </p:blipFill>
        <p:spPr>
          <a:xfrm>
            <a:off x="350640" y="1605960"/>
            <a:ext cx="8685720" cy="52200"/>
          </a:xfrm>
          <a:prstGeom prst="rect">
            <a:avLst/>
          </a:prstGeom>
          <a:ln w="0">
            <a:noFill/>
          </a:ln>
        </p:spPr>
      </p:pic>
      <p:sp>
        <p:nvSpPr>
          <p:cNvPr id="113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3"/>
          <p:cNvSpPr>
            <a:spLocks noGrp="1"/>
          </p:cNvSpPr>
          <p:nvPr>
            <p:ph type="ftr" idx="22"/>
          </p:nvPr>
        </p:nvSpPr>
        <p:spPr>
          <a:xfrm>
            <a:off x="3635640" y="7027560"/>
            <a:ext cx="3419280" cy="37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" name="PlaceHolder 4"/>
          <p:cNvSpPr>
            <a:spLocks noGrp="1"/>
          </p:cNvSpPr>
          <p:nvPr>
            <p:ph type="sldNum" idx="23"/>
          </p:nvPr>
        </p:nvSpPr>
        <p:spPr>
          <a:xfrm>
            <a:off x="10069920" y="7229160"/>
            <a:ext cx="543600" cy="360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9E516462-F59C-420B-A291-1DF63D59EDD1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" name="PlaceHolder 5"/>
          <p:cNvSpPr>
            <a:spLocks noGrp="1"/>
          </p:cNvSpPr>
          <p:nvPr>
            <p:ph type="dt" idx="24"/>
          </p:nvPr>
        </p:nvSpPr>
        <p:spPr>
          <a:xfrm>
            <a:off x="534600" y="7027560"/>
            <a:ext cx="2457000" cy="37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6" r:id="rId6"/>
    <p:sldLayoutId id="2147483667" r:id="rId7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bg object 16"/>
          <p:cNvSpPr/>
          <p:nvPr/>
        </p:nvSpPr>
        <p:spPr>
          <a:xfrm>
            <a:off x="290880" y="857160"/>
            <a:ext cx="432000" cy="467280"/>
          </a:xfrm>
          <a:custGeom>
            <a:avLst/>
            <a:gdLst>
              <a:gd name="textAreaLeft" fmla="*/ 0 w 432000"/>
              <a:gd name="textAreaRight" fmla="*/ 434520 w 432000"/>
              <a:gd name="textAreaTop" fmla="*/ 0 h 467280"/>
              <a:gd name="textAreaBottom" fmla="*/ 469800 h 46728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23" name="bg object 17" descr=""/>
          <p:cNvPicPr/>
          <p:nvPr/>
        </p:nvPicPr>
        <p:blipFill>
          <a:blip r:embed="rId2"/>
          <a:stretch/>
        </p:blipFill>
        <p:spPr>
          <a:xfrm>
            <a:off x="670680" y="857160"/>
            <a:ext cx="324000" cy="467280"/>
          </a:xfrm>
          <a:prstGeom prst="rect">
            <a:avLst/>
          </a:prstGeom>
          <a:ln w="0">
            <a:noFill/>
          </a:ln>
        </p:spPr>
      </p:pic>
      <p:sp>
        <p:nvSpPr>
          <p:cNvPr id="124" name="bg object 18"/>
          <p:cNvSpPr/>
          <p:nvPr/>
        </p:nvSpPr>
        <p:spPr>
          <a:xfrm>
            <a:off x="414000" y="1276200"/>
            <a:ext cx="420480" cy="468720"/>
          </a:xfrm>
          <a:custGeom>
            <a:avLst/>
            <a:gdLst>
              <a:gd name="textAreaLeft" fmla="*/ 0 w 420480"/>
              <a:gd name="textAreaRight" fmla="*/ 423000 w 420480"/>
              <a:gd name="textAreaTop" fmla="*/ 0 h 468720"/>
              <a:gd name="textAreaBottom" fmla="*/ 471240 h 46872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5" name="bg object 19" descr=""/>
          <p:cNvPicPr/>
          <p:nvPr/>
        </p:nvPicPr>
        <p:blipFill>
          <a:blip r:embed="rId3"/>
          <a:stretch/>
        </p:blipFill>
        <p:spPr>
          <a:xfrm>
            <a:off x="781200" y="1276200"/>
            <a:ext cx="365760" cy="468720"/>
          </a:xfrm>
          <a:prstGeom prst="rect">
            <a:avLst/>
          </a:prstGeom>
          <a:ln w="0">
            <a:noFill/>
          </a:ln>
        </p:spPr>
      </p:pic>
      <p:pic>
        <p:nvPicPr>
          <p:cNvPr id="126" name="bg object 20" descr=""/>
          <p:cNvPicPr/>
          <p:nvPr/>
        </p:nvPicPr>
        <p:blipFill>
          <a:blip r:embed="rId4"/>
          <a:stretch/>
        </p:blipFill>
        <p:spPr>
          <a:xfrm>
            <a:off x="0" y="1203840"/>
            <a:ext cx="557640" cy="419040"/>
          </a:xfrm>
          <a:prstGeom prst="rect">
            <a:avLst/>
          </a:prstGeom>
          <a:ln w="0">
            <a:noFill/>
          </a:ln>
        </p:spPr>
      </p:pic>
      <p:sp>
        <p:nvSpPr>
          <p:cNvPr id="127" name="bg object 21"/>
          <p:cNvSpPr/>
          <p:nvPr/>
        </p:nvSpPr>
        <p:spPr>
          <a:xfrm>
            <a:off x="635040" y="749160"/>
            <a:ext cx="29160" cy="1046520"/>
          </a:xfrm>
          <a:custGeom>
            <a:avLst/>
            <a:gdLst>
              <a:gd name="textAreaLeft" fmla="*/ 0 w 29160"/>
              <a:gd name="textAreaRight" fmla="*/ 31680 w 29160"/>
              <a:gd name="textAreaTop" fmla="*/ 0 h 1046520"/>
              <a:gd name="textAreaBottom" fmla="*/ 1049040 h 104652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28" name="bg object 22" descr=""/>
          <p:cNvPicPr/>
          <p:nvPr/>
        </p:nvPicPr>
        <p:blipFill>
          <a:blip r:embed="rId5"/>
          <a:stretch/>
        </p:blipFill>
        <p:spPr>
          <a:xfrm>
            <a:off x="350640" y="1641960"/>
            <a:ext cx="8685720" cy="52200"/>
          </a:xfrm>
          <a:prstGeom prst="rect">
            <a:avLst/>
          </a:prstGeom>
          <a:ln w="0">
            <a:noFill/>
          </a:ln>
        </p:spPr>
      </p:pic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 type="ftr" idx="25"/>
          </p:nvPr>
        </p:nvSpPr>
        <p:spPr>
          <a:xfrm>
            <a:off x="3635640" y="7027560"/>
            <a:ext cx="3419280" cy="37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" name="PlaceHolder 4"/>
          <p:cNvSpPr>
            <a:spLocks noGrp="1"/>
          </p:cNvSpPr>
          <p:nvPr>
            <p:ph type="sldNum" idx="26"/>
          </p:nvPr>
        </p:nvSpPr>
        <p:spPr>
          <a:xfrm>
            <a:off x="10069920" y="7229160"/>
            <a:ext cx="543600" cy="360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597BF36C-A66F-4BF4-BBB4-C5FB819F7B8E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" name="PlaceHolder 5"/>
          <p:cNvSpPr>
            <a:spLocks noGrp="1"/>
          </p:cNvSpPr>
          <p:nvPr>
            <p:ph type="dt" idx="27"/>
          </p:nvPr>
        </p:nvSpPr>
        <p:spPr>
          <a:xfrm>
            <a:off x="534600" y="7027560"/>
            <a:ext cx="2457000" cy="37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6"/>
    <p:sldLayoutId id="2147483670" r:id="rId7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bg object 16"/>
          <p:cNvSpPr/>
          <p:nvPr/>
        </p:nvSpPr>
        <p:spPr>
          <a:xfrm>
            <a:off x="290880" y="821160"/>
            <a:ext cx="432000" cy="467280"/>
          </a:xfrm>
          <a:custGeom>
            <a:avLst/>
            <a:gdLst>
              <a:gd name="textAreaLeft" fmla="*/ 0 w 432000"/>
              <a:gd name="textAreaRight" fmla="*/ 434520 w 432000"/>
              <a:gd name="textAreaTop" fmla="*/ 0 h 467280"/>
              <a:gd name="textAreaBottom" fmla="*/ 469800 h 46728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39" name="bg object 17" descr=""/>
          <p:cNvPicPr/>
          <p:nvPr/>
        </p:nvPicPr>
        <p:blipFill>
          <a:blip r:embed="rId2"/>
          <a:stretch/>
        </p:blipFill>
        <p:spPr>
          <a:xfrm>
            <a:off x="670680" y="821160"/>
            <a:ext cx="324000" cy="467280"/>
          </a:xfrm>
          <a:prstGeom prst="rect">
            <a:avLst/>
          </a:prstGeom>
          <a:ln w="0">
            <a:noFill/>
          </a:ln>
        </p:spPr>
      </p:pic>
      <p:sp>
        <p:nvSpPr>
          <p:cNvPr id="140" name="bg object 18"/>
          <p:cNvSpPr/>
          <p:nvPr/>
        </p:nvSpPr>
        <p:spPr>
          <a:xfrm>
            <a:off x="414000" y="1240200"/>
            <a:ext cx="420480" cy="468720"/>
          </a:xfrm>
          <a:custGeom>
            <a:avLst/>
            <a:gdLst>
              <a:gd name="textAreaLeft" fmla="*/ 0 w 420480"/>
              <a:gd name="textAreaRight" fmla="*/ 423000 w 420480"/>
              <a:gd name="textAreaTop" fmla="*/ 0 h 468720"/>
              <a:gd name="textAreaBottom" fmla="*/ 471240 h 46872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41" name="bg object 19" descr=""/>
          <p:cNvPicPr/>
          <p:nvPr/>
        </p:nvPicPr>
        <p:blipFill>
          <a:blip r:embed="rId3"/>
          <a:stretch/>
        </p:blipFill>
        <p:spPr>
          <a:xfrm>
            <a:off x="781200" y="1240200"/>
            <a:ext cx="365760" cy="468720"/>
          </a:xfrm>
          <a:prstGeom prst="rect">
            <a:avLst/>
          </a:prstGeom>
          <a:ln w="0">
            <a:noFill/>
          </a:ln>
        </p:spPr>
      </p:pic>
      <p:pic>
        <p:nvPicPr>
          <p:cNvPr id="142" name="bg object 20" descr=""/>
          <p:cNvPicPr/>
          <p:nvPr/>
        </p:nvPicPr>
        <p:blipFill>
          <a:blip r:embed="rId4"/>
          <a:stretch/>
        </p:blipFill>
        <p:spPr>
          <a:xfrm>
            <a:off x="0" y="1167840"/>
            <a:ext cx="557640" cy="419040"/>
          </a:xfrm>
          <a:prstGeom prst="rect">
            <a:avLst/>
          </a:prstGeom>
          <a:ln w="0">
            <a:noFill/>
          </a:ln>
        </p:spPr>
      </p:pic>
      <p:sp>
        <p:nvSpPr>
          <p:cNvPr id="143" name="bg object 21"/>
          <p:cNvSpPr/>
          <p:nvPr/>
        </p:nvSpPr>
        <p:spPr>
          <a:xfrm>
            <a:off x="635040" y="713160"/>
            <a:ext cx="29160" cy="1046520"/>
          </a:xfrm>
          <a:custGeom>
            <a:avLst/>
            <a:gdLst>
              <a:gd name="textAreaLeft" fmla="*/ 0 w 29160"/>
              <a:gd name="textAreaRight" fmla="*/ 31680 w 29160"/>
              <a:gd name="textAreaTop" fmla="*/ 0 h 1046520"/>
              <a:gd name="textAreaBottom" fmla="*/ 1049040 h 104652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44" name="bg object 22" descr=""/>
          <p:cNvPicPr/>
          <p:nvPr/>
        </p:nvPicPr>
        <p:blipFill>
          <a:blip r:embed="rId5"/>
          <a:stretch/>
        </p:blipFill>
        <p:spPr>
          <a:xfrm>
            <a:off x="350640" y="1605960"/>
            <a:ext cx="8685720" cy="52200"/>
          </a:xfrm>
          <a:prstGeom prst="rect">
            <a:avLst/>
          </a:prstGeom>
          <a:ln w="0">
            <a:noFill/>
          </a:ln>
        </p:spPr>
      </p:pic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 type="ftr" idx="28"/>
          </p:nvPr>
        </p:nvSpPr>
        <p:spPr>
          <a:xfrm>
            <a:off x="3635640" y="7027560"/>
            <a:ext cx="3419280" cy="37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" name="PlaceHolder 4"/>
          <p:cNvSpPr>
            <a:spLocks noGrp="1"/>
          </p:cNvSpPr>
          <p:nvPr>
            <p:ph type="sldNum" idx="29"/>
          </p:nvPr>
        </p:nvSpPr>
        <p:spPr>
          <a:xfrm>
            <a:off x="10069920" y="7229160"/>
            <a:ext cx="543600" cy="360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568687D5-D5F6-4394-B92D-D310A1FF6EE0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" name="PlaceHolder 5"/>
          <p:cNvSpPr>
            <a:spLocks noGrp="1"/>
          </p:cNvSpPr>
          <p:nvPr>
            <p:ph type="dt" idx="30"/>
          </p:nvPr>
        </p:nvSpPr>
        <p:spPr>
          <a:xfrm>
            <a:off x="534600" y="7027560"/>
            <a:ext cx="2457000" cy="37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2" r:id="rId6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bg object 16"/>
          <p:cNvSpPr/>
          <p:nvPr/>
        </p:nvSpPr>
        <p:spPr>
          <a:xfrm>
            <a:off x="290880" y="821160"/>
            <a:ext cx="432000" cy="467280"/>
          </a:xfrm>
          <a:custGeom>
            <a:avLst/>
            <a:gdLst>
              <a:gd name="textAreaLeft" fmla="*/ 0 w 432000"/>
              <a:gd name="textAreaRight" fmla="*/ 434520 w 432000"/>
              <a:gd name="textAreaTop" fmla="*/ 0 h 467280"/>
              <a:gd name="textAreaBottom" fmla="*/ 469800 h 46728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53" name="bg object 17" descr=""/>
          <p:cNvPicPr/>
          <p:nvPr/>
        </p:nvPicPr>
        <p:blipFill>
          <a:blip r:embed="rId2"/>
          <a:stretch/>
        </p:blipFill>
        <p:spPr>
          <a:xfrm>
            <a:off x="670680" y="821160"/>
            <a:ext cx="324000" cy="467280"/>
          </a:xfrm>
          <a:prstGeom prst="rect">
            <a:avLst/>
          </a:prstGeom>
          <a:ln w="0">
            <a:noFill/>
          </a:ln>
        </p:spPr>
      </p:pic>
      <p:sp>
        <p:nvSpPr>
          <p:cNvPr id="154" name="bg object 18"/>
          <p:cNvSpPr/>
          <p:nvPr/>
        </p:nvSpPr>
        <p:spPr>
          <a:xfrm>
            <a:off x="414000" y="1240200"/>
            <a:ext cx="420480" cy="468720"/>
          </a:xfrm>
          <a:custGeom>
            <a:avLst/>
            <a:gdLst>
              <a:gd name="textAreaLeft" fmla="*/ 0 w 420480"/>
              <a:gd name="textAreaRight" fmla="*/ 423000 w 420480"/>
              <a:gd name="textAreaTop" fmla="*/ 0 h 468720"/>
              <a:gd name="textAreaBottom" fmla="*/ 471240 h 46872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5" name="bg object 19" descr=""/>
          <p:cNvPicPr/>
          <p:nvPr/>
        </p:nvPicPr>
        <p:blipFill>
          <a:blip r:embed="rId3"/>
          <a:stretch/>
        </p:blipFill>
        <p:spPr>
          <a:xfrm>
            <a:off x="781200" y="1240200"/>
            <a:ext cx="365760" cy="468720"/>
          </a:xfrm>
          <a:prstGeom prst="rect">
            <a:avLst/>
          </a:prstGeom>
          <a:ln w="0">
            <a:noFill/>
          </a:ln>
        </p:spPr>
      </p:pic>
      <p:pic>
        <p:nvPicPr>
          <p:cNvPr id="156" name="bg object 20" descr=""/>
          <p:cNvPicPr/>
          <p:nvPr/>
        </p:nvPicPr>
        <p:blipFill>
          <a:blip r:embed="rId4"/>
          <a:stretch/>
        </p:blipFill>
        <p:spPr>
          <a:xfrm>
            <a:off x="0" y="1167840"/>
            <a:ext cx="557640" cy="419040"/>
          </a:xfrm>
          <a:prstGeom prst="rect">
            <a:avLst/>
          </a:prstGeom>
          <a:ln w="0">
            <a:noFill/>
          </a:ln>
        </p:spPr>
      </p:pic>
      <p:sp>
        <p:nvSpPr>
          <p:cNvPr id="157" name="bg object 21"/>
          <p:cNvSpPr/>
          <p:nvPr/>
        </p:nvSpPr>
        <p:spPr>
          <a:xfrm>
            <a:off x="635040" y="713160"/>
            <a:ext cx="29160" cy="1046520"/>
          </a:xfrm>
          <a:custGeom>
            <a:avLst/>
            <a:gdLst>
              <a:gd name="textAreaLeft" fmla="*/ 0 w 29160"/>
              <a:gd name="textAreaRight" fmla="*/ 31680 w 29160"/>
              <a:gd name="textAreaTop" fmla="*/ 0 h 1046520"/>
              <a:gd name="textAreaBottom" fmla="*/ 1049040 h 104652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58" name="bg object 22" descr=""/>
          <p:cNvPicPr/>
          <p:nvPr/>
        </p:nvPicPr>
        <p:blipFill>
          <a:blip r:embed="rId5"/>
          <a:stretch/>
        </p:blipFill>
        <p:spPr>
          <a:xfrm>
            <a:off x="350640" y="1605960"/>
            <a:ext cx="8685720" cy="52200"/>
          </a:xfrm>
          <a:prstGeom prst="rect">
            <a:avLst/>
          </a:prstGeom>
          <a:ln w="0">
            <a:noFill/>
          </a:ln>
        </p:spPr>
      </p:pic>
      <p:sp>
        <p:nvSpPr>
          <p:cNvPr id="159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PlaceHolder 3"/>
          <p:cNvSpPr>
            <a:spLocks noGrp="1"/>
          </p:cNvSpPr>
          <p:nvPr>
            <p:ph type="ftr" idx="31"/>
          </p:nvPr>
        </p:nvSpPr>
        <p:spPr>
          <a:xfrm>
            <a:off x="3635640" y="7027560"/>
            <a:ext cx="3419280" cy="37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" name="PlaceHolder 4"/>
          <p:cNvSpPr>
            <a:spLocks noGrp="1"/>
          </p:cNvSpPr>
          <p:nvPr>
            <p:ph type="sldNum" idx="32"/>
          </p:nvPr>
        </p:nvSpPr>
        <p:spPr>
          <a:xfrm>
            <a:off x="10069920" y="7229160"/>
            <a:ext cx="543600" cy="360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9E825F0E-1399-4B4A-8DFB-A02240CF6687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" name="PlaceHolder 5"/>
          <p:cNvSpPr>
            <a:spLocks noGrp="1"/>
          </p:cNvSpPr>
          <p:nvPr>
            <p:ph type="dt" idx="33"/>
          </p:nvPr>
        </p:nvSpPr>
        <p:spPr>
          <a:xfrm>
            <a:off x="534600" y="7027560"/>
            <a:ext cx="2457000" cy="37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4" r:id="rId6"/>
    <p:sldLayoutId id="2147483675" r:id="rId7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bg object 16"/>
          <p:cNvSpPr/>
          <p:nvPr/>
        </p:nvSpPr>
        <p:spPr>
          <a:xfrm>
            <a:off x="290880" y="1073160"/>
            <a:ext cx="432000" cy="467280"/>
          </a:xfrm>
          <a:custGeom>
            <a:avLst/>
            <a:gdLst>
              <a:gd name="textAreaLeft" fmla="*/ 0 w 432000"/>
              <a:gd name="textAreaRight" fmla="*/ 434520 w 432000"/>
              <a:gd name="textAreaTop" fmla="*/ 0 h 467280"/>
              <a:gd name="textAreaBottom" fmla="*/ 469800 h 46728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69" name="bg object 17" descr=""/>
          <p:cNvPicPr/>
          <p:nvPr/>
        </p:nvPicPr>
        <p:blipFill>
          <a:blip r:embed="rId2"/>
          <a:stretch/>
        </p:blipFill>
        <p:spPr>
          <a:xfrm>
            <a:off x="670680" y="1073160"/>
            <a:ext cx="324000" cy="467280"/>
          </a:xfrm>
          <a:prstGeom prst="rect">
            <a:avLst/>
          </a:prstGeom>
          <a:ln w="0">
            <a:noFill/>
          </a:ln>
        </p:spPr>
      </p:pic>
      <p:sp>
        <p:nvSpPr>
          <p:cNvPr id="170" name="bg object 18"/>
          <p:cNvSpPr/>
          <p:nvPr/>
        </p:nvSpPr>
        <p:spPr>
          <a:xfrm>
            <a:off x="414000" y="1492200"/>
            <a:ext cx="420480" cy="468720"/>
          </a:xfrm>
          <a:custGeom>
            <a:avLst/>
            <a:gdLst>
              <a:gd name="textAreaLeft" fmla="*/ 0 w 420480"/>
              <a:gd name="textAreaRight" fmla="*/ 423000 w 420480"/>
              <a:gd name="textAreaTop" fmla="*/ 0 h 468720"/>
              <a:gd name="textAreaBottom" fmla="*/ 471240 h 46872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1" name="bg object 19" descr=""/>
          <p:cNvPicPr/>
          <p:nvPr/>
        </p:nvPicPr>
        <p:blipFill>
          <a:blip r:embed="rId3"/>
          <a:stretch/>
        </p:blipFill>
        <p:spPr>
          <a:xfrm>
            <a:off x="781200" y="1492200"/>
            <a:ext cx="365760" cy="468720"/>
          </a:xfrm>
          <a:prstGeom prst="rect">
            <a:avLst/>
          </a:prstGeom>
          <a:ln w="0">
            <a:noFill/>
          </a:ln>
        </p:spPr>
      </p:pic>
      <p:pic>
        <p:nvPicPr>
          <p:cNvPr id="172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7640" cy="419040"/>
          </a:xfrm>
          <a:prstGeom prst="rect">
            <a:avLst/>
          </a:prstGeom>
          <a:ln w="0">
            <a:noFill/>
          </a:ln>
        </p:spPr>
      </p:pic>
      <p:sp>
        <p:nvSpPr>
          <p:cNvPr id="173" name="bg object 21"/>
          <p:cNvSpPr/>
          <p:nvPr/>
        </p:nvSpPr>
        <p:spPr>
          <a:xfrm>
            <a:off x="635040" y="965160"/>
            <a:ext cx="29160" cy="1046520"/>
          </a:xfrm>
          <a:custGeom>
            <a:avLst/>
            <a:gdLst>
              <a:gd name="textAreaLeft" fmla="*/ 0 w 29160"/>
              <a:gd name="textAreaRight" fmla="*/ 31680 w 29160"/>
              <a:gd name="textAreaTop" fmla="*/ 0 h 1046520"/>
              <a:gd name="textAreaBottom" fmla="*/ 1049040 h 104652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74" name="bg object 22" descr=""/>
          <p:cNvPicPr/>
          <p:nvPr/>
        </p:nvPicPr>
        <p:blipFill>
          <a:blip r:embed="rId5"/>
          <a:stretch/>
        </p:blipFill>
        <p:spPr>
          <a:xfrm>
            <a:off x="350640" y="1857960"/>
            <a:ext cx="8685720" cy="52200"/>
          </a:xfrm>
          <a:prstGeom prst="rect">
            <a:avLst/>
          </a:prstGeom>
          <a:ln w="0">
            <a:noFill/>
          </a:ln>
        </p:spPr>
      </p:pic>
      <p:sp>
        <p:nvSpPr>
          <p:cNvPr id="17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PlaceHolder 3"/>
          <p:cNvSpPr>
            <a:spLocks noGrp="1"/>
          </p:cNvSpPr>
          <p:nvPr>
            <p:ph type="ftr" idx="34"/>
          </p:nvPr>
        </p:nvSpPr>
        <p:spPr>
          <a:xfrm>
            <a:off x="3635640" y="7027560"/>
            <a:ext cx="3419280" cy="37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" name="PlaceHolder 4"/>
          <p:cNvSpPr>
            <a:spLocks noGrp="1"/>
          </p:cNvSpPr>
          <p:nvPr>
            <p:ph type="sldNum" idx="35"/>
          </p:nvPr>
        </p:nvSpPr>
        <p:spPr>
          <a:xfrm>
            <a:off x="10069920" y="7229160"/>
            <a:ext cx="543600" cy="360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9FBDFC17-84D3-4711-9050-FC66E6AA03D0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" name="PlaceHolder 5"/>
          <p:cNvSpPr>
            <a:spLocks noGrp="1"/>
          </p:cNvSpPr>
          <p:nvPr>
            <p:ph type="dt" idx="36"/>
          </p:nvPr>
        </p:nvSpPr>
        <p:spPr>
          <a:xfrm>
            <a:off x="534600" y="7027560"/>
            <a:ext cx="2457000" cy="37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7" r:id="rId6"/>
    <p:sldLayoutId id="2147483678" r:id="rId7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bg object 16"/>
          <p:cNvSpPr/>
          <p:nvPr/>
        </p:nvSpPr>
        <p:spPr>
          <a:xfrm>
            <a:off x="290880" y="1073160"/>
            <a:ext cx="432000" cy="467280"/>
          </a:xfrm>
          <a:custGeom>
            <a:avLst/>
            <a:gdLst>
              <a:gd name="textAreaLeft" fmla="*/ 0 w 432000"/>
              <a:gd name="textAreaRight" fmla="*/ 434520 w 432000"/>
              <a:gd name="textAreaTop" fmla="*/ 0 h 467280"/>
              <a:gd name="textAreaBottom" fmla="*/ 469800 h 46728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85" name="bg object 17" descr=""/>
          <p:cNvPicPr/>
          <p:nvPr/>
        </p:nvPicPr>
        <p:blipFill>
          <a:blip r:embed="rId2"/>
          <a:stretch/>
        </p:blipFill>
        <p:spPr>
          <a:xfrm>
            <a:off x="670680" y="1073160"/>
            <a:ext cx="324000" cy="467280"/>
          </a:xfrm>
          <a:prstGeom prst="rect">
            <a:avLst/>
          </a:prstGeom>
          <a:ln w="0">
            <a:noFill/>
          </a:ln>
        </p:spPr>
      </p:pic>
      <p:sp>
        <p:nvSpPr>
          <p:cNvPr id="186" name="bg object 18"/>
          <p:cNvSpPr/>
          <p:nvPr/>
        </p:nvSpPr>
        <p:spPr>
          <a:xfrm>
            <a:off x="414000" y="1492200"/>
            <a:ext cx="420480" cy="468720"/>
          </a:xfrm>
          <a:custGeom>
            <a:avLst/>
            <a:gdLst>
              <a:gd name="textAreaLeft" fmla="*/ 0 w 420480"/>
              <a:gd name="textAreaRight" fmla="*/ 423000 w 420480"/>
              <a:gd name="textAreaTop" fmla="*/ 0 h 468720"/>
              <a:gd name="textAreaBottom" fmla="*/ 471240 h 46872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7" name="bg object 19" descr=""/>
          <p:cNvPicPr/>
          <p:nvPr/>
        </p:nvPicPr>
        <p:blipFill>
          <a:blip r:embed="rId3"/>
          <a:stretch/>
        </p:blipFill>
        <p:spPr>
          <a:xfrm>
            <a:off x="781200" y="1492200"/>
            <a:ext cx="365760" cy="468720"/>
          </a:xfrm>
          <a:prstGeom prst="rect">
            <a:avLst/>
          </a:prstGeom>
          <a:ln w="0">
            <a:noFill/>
          </a:ln>
        </p:spPr>
      </p:pic>
      <p:pic>
        <p:nvPicPr>
          <p:cNvPr id="188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7640" cy="419040"/>
          </a:xfrm>
          <a:prstGeom prst="rect">
            <a:avLst/>
          </a:prstGeom>
          <a:ln w="0">
            <a:noFill/>
          </a:ln>
        </p:spPr>
      </p:pic>
      <p:sp>
        <p:nvSpPr>
          <p:cNvPr id="189" name="bg object 21"/>
          <p:cNvSpPr/>
          <p:nvPr/>
        </p:nvSpPr>
        <p:spPr>
          <a:xfrm>
            <a:off x="635040" y="965160"/>
            <a:ext cx="29160" cy="1046520"/>
          </a:xfrm>
          <a:custGeom>
            <a:avLst/>
            <a:gdLst>
              <a:gd name="textAreaLeft" fmla="*/ 0 w 29160"/>
              <a:gd name="textAreaRight" fmla="*/ 31680 w 29160"/>
              <a:gd name="textAreaTop" fmla="*/ 0 h 1046520"/>
              <a:gd name="textAreaBottom" fmla="*/ 1049040 h 104652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90" name="bg object 22" descr=""/>
          <p:cNvPicPr/>
          <p:nvPr/>
        </p:nvPicPr>
        <p:blipFill>
          <a:blip r:embed="rId5"/>
          <a:stretch/>
        </p:blipFill>
        <p:spPr>
          <a:xfrm>
            <a:off x="350640" y="1857960"/>
            <a:ext cx="8685720" cy="52200"/>
          </a:xfrm>
          <a:prstGeom prst="rect">
            <a:avLst/>
          </a:prstGeom>
          <a:ln w="0">
            <a:noFill/>
          </a:ln>
        </p:spPr>
      </p:pic>
      <p:sp>
        <p:nvSpPr>
          <p:cNvPr id="191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PlaceHolder 2"/>
          <p:cNvSpPr>
            <a:spLocks noGrp="1"/>
          </p:cNvSpPr>
          <p:nvPr>
            <p:ph type="ftr" idx="37"/>
          </p:nvPr>
        </p:nvSpPr>
        <p:spPr>
          <a:xfrm>
            <a:off x="3635640" y="7027560"/>
            <a:ext cx="3419280" cy="37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" name="PlaceHolder 3"/>
          <p:cNvSpPr>
            <a:spLocks noGrp="1"/>
          </p:cNvSpPr>
          <p:nvPr>
            <p:ph type="sldNum" idx="38"/>
          </p:nvPr>
        </p:nvSpPr>
        <p:spPr>
          <a:xfrm>
            <a:off x="10069920" y="7229160"/>
            <a:ext cx="543600" cy="360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CD39DFAE-590E-4D39-BB6B-B8F7AFF808CE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" name="PlaceHolder 4"/>
          <p:cNvSpPr>
            <a:spLocks noGrp="1"/>
          </p:cNvSpPr>
          <p:nvPr>
            <p:ph type="dt" idx="39"/>
          </p:nvPr>
        </p:nvSpPr>
        <p:spPr>
          <a:xfrm>
            <a:off x="534600" y="7027560"/>
            <a:ext cx="2457000" cy="37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" name="PlaceHolder 5"/>
          <p:cNvSpPr>
            <a:spLocks noGrp="1"/>
          </p:cNvSpPr>
          <p:nvPr>
            <p:ph type="body"/>
          </p:nvPr>
        </p:nvSpPr>
        <p:spPr>
          <a:xfrm>
            <a:off x="534600" y="1767960"/>
            <a:ext cx="9623520" cy="438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0" r:id="rId6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bg object 16"/>
          <p:cNvSpPr/>
          <p:nvPr/>
        </p:nvSpPr>
        <p:spPr>
          <a:xfrm>
            <a:off x="290880" y="1073160"/>
            <a:ext cx="432000" cy="467280"/>
          </a:xfrm>
          <a:custGeom>
            <a:avLst/>
            <a:gdLst>
              <a:gd name="textAreaLeft" fmla="*/ 0 w 432000"/>
              <a:gd name="textAreaRight" fmla="*/ 434520 w 432000"/>
              <a:gd name="textAreaTop" fmla="*/ 0 h 467280"/>
              <a:gd name="textAreaBottom" fmla="*/ 469800 h 46728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99" name="bg object 17" descr=""/>
          <p:cNvPicPr/>
          <p:nvPr/>
        </p:nvPicPr>
        <p:blipFill>
          <a:blip r:embed="rId2"/>
          <a:stretch/>
        </p:blipFill>
        <p:spPr>
          <a:xfrm>
            <a:off x="670680" y="1073160"/>
            <a:ext cx="324000" cy="467280"/>
          </a:xfrm>
          <a:prstGeom prst="rect">
            <a:avLst/>
          </a:prstGeom>
          <a:ln w="0">
            <a:noFill/>
          </a:ln>
        </p:spPr>
      </p:pic>
      <p:sp>
        <p:nvSpPr>
          <p:cNvPr id="200" name="bg object 18"/>
          <p:cNvSpPr/>
          <p:nvPr/>
        </p:nvSpPr>
        <p:spPr>
          <a:xfrm>
            <a:off x="414000" y="1492200"/>
            <a:ext cx="420480" cy="468720"/>
          </a:xfrm>
          <a:custGeom>
            <a:avLst/>
            <a:gdLst>
              <a:gd name="textAreaLeft" fmla="*/ 0 w 420480"/>
              <a:gd name="textAreaRight" fmla="*/ 423000 w 420480"/>
              <a:gd name="textAreaTop" fmla="*/ 0 h 468720"/>
              <a:gd name="textAreaBottom" fmla="*/ 471240 h 46872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01" name="bg object 19" descr=""/>
          <p:cNvPicPr/>
          <p:nvPr/>
        </p:nvPicPr>
        <p:blipFill>
          <a:blip r:embed="rId3"/>
          <a:stretch/>
        </p:blipFill>
        <p:spPr>
          <a:xfrm>
            <a:off x="781200" y="1492200"/>
            <a:ext cx="365760" cy="468720"/>
          </a:xfrm>
          <a:prstGeom prst="rect">
            <a:avLst/>
          </a:prstGeom>
          <a:ln w="0">
            <a:noFill/>
          </a:ln>
        </p:spPr>
      </p:pic>
      <p:pic>
        <p:nvPicPr>
          <p:cNvPr id="202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7640" cy="419040"/>
          </a:xfrm>
          <a:prstGeom prst="rect">
            <a:avLst/>
          </a:prstGeom>
          <a:ln w="0">
            <a:noFill/>
          </a:ln>
        </p:spPr>
      </p:pic>
      <p:sp>
        <p:nvSpPr>
          <p:cNvPr id="203" name="bg object 21"/>
          <p:cNvSpPr/>
          <p:nvPr/>
        </p:nvSpPr>
        <p:spPr>
          <a:xfrm>
            <a:off x="635040" y="965160"/>
            <a:ext cx="29160" cy="1046520"/>
          </a:xfrm>
          <a:custGeom>
            <a:avLst/>
            <a:gdLst>
              <a:gd name="textAreaLeft" fmla="*/ 0 w 29160"/>
              <a:gd name="textAreaRight" fmla="*/ 31680 w 29160"/>
              <a:gd name="textAreaTop" fmla="*/ 0 h 1046520"/>
              <a:gd name="textAreaBottom" fmla="*/ 1049040 h 104652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04" name="bg object 22" descr=""/>
          <p:cNvPicPr/>
          <p:nvPr/>
        </p:nvPicPr>
        <p:blipFill>
          <a:blip r:embed="rId5"/>
          <a:stretch/>
        </p:blipFill>
        <p:spPr>
          <a:xfrm>
            <a:off x="350640" y="1857960"/>
            <a:ext cx="8685720" cy="52200"/>
          </a:xfrm>
          <a:prstGeom prst="rect">
            <a:avLst/>
          </a:prstGeom>
          <a:ln w="0">
            <a:noFill/>
          </a:ln>
        </p:spPr>
      </p:pic>
      <p:sp>
        <p:nvSpPr>
          <p:cNvPr id="20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PlaceHolder 3"/>
          <p:cNvSpPr>
            <a:spLocks noGrp="1"/>
          </p:cNvSpPr>
          <p:nvPr>
            <p:ph type="ftr" idx="40"/>
          </p:nvPr>
        </p:nvSpPr>
        <p:spPr>
          <a:xfrm>
            <a:off x="3635640" y="7027560"/>
            <a:ext cx="3419280" cy="37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" name="PlaceHolder 4"/>
          <p:cNvSpPr>
            <a:spLocks noGrp="1"/>
          </p:cNvSpPr>
          <p:nvPr>
            <p:ph type="sldNum" idx="41"/>
          </p:nvPr>
        </p:nvSpPr>
        <p:spPr>
          <a:xfrm>
            <a:off x="10069920" y="7229160"/>
            <a:ext cx="543600" cy="360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6FD068A3-9B3E-4A79-9D53-63BCDCD0DA80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9" name="PlaceHolder 5"/>
          <p:cNvSpPr>
            <a:spLocks noGrp="1"/>
          </p:cNvSpPr>
          <p:nvPr>
            <p:ph type="dt" idx="42"/>
          </p:nvPr>
        </p:nvSpPr>
        <p:spPr>
          <a:xfrm>
            <a:off x="534600" y="7027560"/>
            <a:ext cx="2457000" cy="37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2" r:id="rId6"/>
    <p:sldLayoutId id="2147483683" r:id="rId7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bg object 16"/>
          <p:cNvSpPr/>
          <p:nvPr/>
        </p:nvSpPr>
        <p:spPr>
          <a:xfrm>
            <a:off x="290880" y="1073160"/>
            <a:ext cx="432000" cy="467280"/>
          </a:xfrm>
          <a:custGeom>
            <a:avLst/>
            <a:gdLst>
              <a:gd name="textAreaLeft" fmla="*/ 0 w 432000"/>
              <a:gd name="textAreaRight" fmla="*/ 434520 w 432000"/>
              <a:gd name="textAreaTop" fmla="*/ 0 h 467280"/>
              <a:gd name="textAreaBottom" fmla="*/ 469800 h 46728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15" name="bg object 17" descr=""/>
          <p:cNvPicPr/>
          <p:nvPr/>
        </p:nvPicPr>
        <p:blipFill>
          <a:blip r:embed="rId2"/>
          <a:stretch/>
        </p:blipFill>
        <p:spPr>
          <a:xfrm>
            <a:off x="670680" y="1073160"/>
            <a:ext cx="324000" cy="467280"/>
          </a:xfrm>
          <a:prstGeom prst="rect">
            <a:avLst/>
          </a:prstGeom>
          <a:ln w="0">
            <a:noFill/>
          </a:ln>
        </p:spPr>
      </p:pic>
      <p:sp>
        <p:nvSpPr>
          <p:cNvPr id="216" name="bg object 18"/>
          <p:cNvSpPr/>
          <p:nvPr/>
        </p:nvSpPr>
        <p:spPr>
          <a:xfrm>
            <a:off x="414000" y="1492200"/>
            <a:ext cx="420480" cy="468720"/>
          </a:xfrm>
          <a:custGeom>
            <a:avLst/>
            <a:gdLst>
              <a:gd name="textAreaLeft" fmla="*/ 0 w 420480"/>
              <a:gd name="textAreaRight" fmla="*/ 423000 w 420480"/>
              <a:gd name="textAreaTop" fmla="*/ 0 h 468720"/>
              <a:gd name="textAreaBottom" fmla="*/ 471240 h 46872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17" name="bg object 19" descr=""/>
          <p:cNvPicPr/>
          <p:nvPr/>
        </p:nvPicPr>
        <p:blipFill>
          <a:blip r:embed="rId3"/>
          <a:stretch/>
        </p:blipFill>
        <p:spPr>
          <a:xfrm>
            <a:off x="781200" y="1492200"/>
            <a:ext cx="365760" cy="468720"/>
          </a:xfrm>
          <a:prstGeom prst="rect">
            <a:avLst/>
          </a:prstGeom>
          <a:ln w="0">
            <a:noFill/>
          </a:ln>
        </p:spPr>
      </p:pic>
      <p:pic>
        <p:nvPicPr>
          <p:cNvPr id="218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7640" cy="419040"/>
          </a:xfrm>
          <a:prstGeom prst="rect">
            <a:avLst/>
          </a:prstGeom>
          <a:ln w="0">
            <a:noFill/>
          </a:ln>
        </p:spPr>
      </p:pic>
      <p:sp>
        <p:nvSpPr>
          <p:cNvPr id="219" name="bg object 21"/>
          <p:cNvSpPr/>
          <p:nvPr/>
        </p:nvSpPr>
        <p:spPr>
          <a:xfrm>
            <a:off x="635040" y="965160"/>
            <a:ext cx="29160" cy="1046520"/>
          </a:xfrm>
          <a:custGeom>
            <a:avLst/>
            <a:gdLst>
              <a:gd name="textAreaLeft" fmla="*/ 0 w 29160"/>
              <a:gd name="textAreaRight" fmla="*/ 31680 w 29160"/>
              <a:gd name="textAreaTop" fmla="*/ 0 h 1046520"/>
              <a:gd name="textAreaBottom" fmla="*/ 1049040 h 104652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20" name="bg object 22" descr=""/>
          <p:cNvPicPr/>
          <p:nvPr/>
        </p:nvPicPr>
        <p:blipFill>
          <a:blip r:embed="rId5"/>
          <a:stretch/>
        </p:blipFill>
        <p:spPr>
          <a:xfrm>
            <a:off x="350640" y="1857960"/>
            <a:ext cx="8685720" cy="52200"/>
          </a:xfrm>
          <a:prstGeom prst="rect">
            <a:avLst/>
          </a:prstGeom>
          <a:ln w="0">
            <a:noFill/>
          </a:ln>
        </p:spPr>
      </p:pic>
      <p:sp>
        <p:nvSpPr>
          <p:cNvPr id="221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PlaceHolder 3"/>
          <p:cNvSpPr>
            <a:spLocks noGrp="1"/>
          </p:cNvSpPr>
          <p:nvPr>
            <p:ph type="ftr" idx="43"/>
          </p:nvPr>
        </p:nvSpPr>
        <p:spPr>
          <a:xfrm>
            <a:off x="3635640" y="7027560"/>
            <a:ext cx="3419280" cy="37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4" name="PlaceHolder 4"/>
          <p:cNvSpPr>
            <a:spLocks noGrp="1"/>
          </p:cNvSpPr>
          <p:nvPr>
            <p:ph type="sldNum" idx="44"/>
          </p:nvPr>
        </p:nvSpPr>
        <p:spPr>
          <a:xfrm>
            <a:off x="10069920" y="7229160"/>
            <a:ext cx="543600" cy="360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CDACCCC7-C677-4614-A380-64FECF49D2D4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5" name="PlaceHolder 5"/>
          <p:cNvSpPr>
            <a:spLocks noGrp="1"/>
          </p:cNvSpPr>
          <p:nvPr>
            <p:ph type="dt" idx="45"/>
          </p:nvPr>
        </p:nvSpPr>
        <p:spPr>
          <a:xfrm>
            <a:off x="534600" y="7027560"/>
            <a:ext cx="2457000" cy="37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5" r:id="rId6"/>
    <p:sldLayoutId id="2147483686" r:id="rId7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bg object 16"/>
          <p:cNvSpPr/>
          <p:nvPr/>
        </p:nvSpPr>
        <p:spPr>
          <a:xfrm>
            <a:off x="290880" y="1073160"/>
            <a:ext cx="432000" cy="467280"/>
          </a:xfrm>
          <a:custGeom>
            <a:avLst/>
            <a:gdLst>
              <a:gd name="textAreaLeft" fmla="*/ 0 w 432000"/>
              <a:gd name="textAreaRight" fmla="*/ 434520 w 432000"/>
              <a:gd name="textAreaTop" fmla="*/ 0 h 467280"/>
              <a:gd name="textAreaBottom" fmla="*/ 469800 h 46728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31" name="bg object 17" descr=""/>
          <p:cNvPicPr/>
          <p:nvPr/>
        </p:nvPicPr>
        <p:blipFill>
          <a:blip r:embed="rId2"/>
          <a:stretch/>
        </p:blipFill>
        <p:spPr>
          <a:xfrm>
            <a:off x="670680" y="1073160"/>
            <a:ext cx="324000" cy="467280"/>
          </a:xfrm>
          <a:prstGeom prst="rect">
            <a:avLst/>
          </a:prstGeom>
          <a:ln w="0">
            <a:noFill/>
          </a:ln>
        </p:spPr>
      </p:pic>
      <p:sp>
        <p:nvSpPr>
          <p:cNvPr id="232" name="bg object 18"/>
          <p:cNvSpPr/>
          <p:nvPr/>
        </p:nvSpPr>
        <p:spPr>
          <a:xfrm>
            <a:off x="414000" y="1492200"/>
            <a:ext cx="420480" cy="468720"/>
          </a:xfrm>
          <a:custGeom>
            <a:avLst/>
            <a:gdLst>
              <a:gd name="textAreaLeft" fmla="*/ 0 w 420480"/>
              <a:gd name="textAreaRight" fmla="*/ 423000 w 420480"/>
              <a:gd name="textAreaTop" fmla="*/ 0 h 468720"/>
              <a:gd name="textAreaBottom" fmla="*/ 471240 h 46872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33" name="bg object 19" descr=""/>
          <p:cNvPicPr/>
          <p:nvPr/>
        </p:nvPicPr>
        <p:blipFill>
          <a:blip r:embed="rId3"/>
          <a:stretch/>
        </p:blipFill>
        <p:spPr>
          <a:xfrm>
            <a:off x="781200" y="1492200"/>
            <a:ext cx="365760" cy="468720"/>
          </a:xfrm>
          <a:prstGeom prst="rect">
            <a:avLst/>
          </a:prstGeom>
          <a:ln w="0">
            <a:noFill/>
          </a:ln>
        </p:spPr>
      </p:pic>
      <p:pic>
        <p:nvPicPr>
          <p:cNvPr id="234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7640" cy="419040"/>
          </a:xfrm>
          <a:prstGeom prst="rect">
            <a:avLst/>
          </a:prstGeom>
          <a:ln w="0">
            <a:noFill/>
          </a:ln>
        </p:spPr>
      </p:pic>
      <p:sp>
        <p:nvSpPr>
          <p:cNvPr id="235" name="bg object 21"/>
          <p:cNvSpPr/>
          <p:nvPr/>
        </p:nvSpPr>
        <p:spPr>
          <a:xfrm>
            <a:off x="635040" y="965160"/>
            <a:ext cx="29160" cy="1046520"/>
          </a:xfrm>
          <a:custGeom>
            <a:avLst/>
            <a:gdLst>
              <a:gd name="textAreaLeft" fmla="*/ 0 w 29160"/>
              <a:gd name="textAreaRight" fmla="*/ 31680 w 29160"/>
              <a:gd name="textAreaTop" fmla="*/ 0 h 1046520"/>
              <a:gd name="textAreaBottom" fmla="*/ 1049040 h 104652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36" name="bg object 22" descr=""/>
          <p:cNvPicPr/>
          <p:nvPr/>
        </p:nvPicPr>
        <p:blipFill>
          <a:blip r:embed="rId5"/>
          <a:stretch/>
        </p:blipFill>
        <p:spPr>
          <a:xfrm>
            <a:off x="350640" y="1857960"/>
            <a:ext cx="8685720" cy="52200"/>
          </a:xfrm>
          <a:prstGeom prst="rect">
            <a:avLst/>
          </a:prstGeom>
          <a:ln w="0">
            <a:noFill/>
          </a:ln>
        </p:spPr>
      </p:pic>
      <p:sp>
        <p:nvSpPr>
          <p:cNvPr id="237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PlaceHolder 3"/>
          <p:cNvSpPr>
            <a:spLocks noGrp="1"/>
          </p:cNvSpPr>
          <p:nvPr>
            <p:ph type="ftr" idx="46"/>
          </p:nvPr>
        </p:nvSpPr>
        <p:spPr>
          <a:xfrm>
            <a:off x="3635640" y="7027560"/>
            <a:ext cx="3419280" cy="37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0" name="PlaceHolder 4"/>
          <p:cNvSpPr>
            <a:spLocks noGrp="1"/>
          </p:cNvSpPr>
          <p:nvPr>
            <p:ph type="sldNum" idx="47"/>
          </p:nvPr>
        </p:nvSpPr>
        <p:spPr>
          <a:xfrm>
            <a:off x="10069920" y="7229160"/>
            <a:ext cx="543600" cy="360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FF4582B8-FE9B-4274-8624-7AA7E8E1BFD9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1" name="PlaceHolder 5"/>
          <p:cNvSpPr>
            <a:spLocks noGrp="1"/>
          </p:cNvSpPr>
          <p:nvPr>
            <p:ph type="dt" idx="48"/>
          </p:nvPr>
        </p:nvSpPr>
        <p:spPr>
          <a:xfrm>
            <a:off x="534600" y="7027560"/>
            <a:ext cx="2457000" cy="37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6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bg object 16"/>
          <p:cNvSpPr/>
          <p:nvPr/>
        </p:nvSpPr>
        <p:spPr>
          <a:xfrm>
            <a:off x="290880" y="821160"/>
            <a:ext cx="432000" cy="467280"/>
          </a:xfrm>
          <a:custGeom>
            <a:avLst/>
            <a:gdLst>
              <a:gd name="textAreaLeft" fmla="*/ 0 w 432000"/>
              <a:gd name="textAreaRight" fmla="*/ 434520 w 432000"/>
              <a:gd name="textAreaTop" fmla="*/ 0 h 467280"/>
              <a:gd name="textAreaBottom" fmla="*/ 469800 h 46728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45" name="bg object 17" descr=""/>
          <p:cNvPicPr/>
          <p:nvPr/>
        </p:nvPicPr>
        <p:blipFill>
          <a:blip r:embed="rId2"/>
          <a:stretch/>
        </p:blipFill>
        <p:spPr>
          <a:xfrm>
            <a:off x="670680" y="821160"/>
            <a:ext cx="324000" cy="467280"/>
          </a:xfrm>
          <a:prstGeom prst="rect">
            <a:avLst/>
          </a:prstGeom>
          <a:ln w="0">
            <a:noFill/>
          </a:ln>
        </p:spPr>
      </p:pic>
      <p:sp>
        <p:nvSpPr>
          <p:cNvPr id="246" name="bg object 18"/>
          <p:cNvSpPr/>
          <p:nvPr/>
        </p:nvSpPr>
        <p:spPr>
          <a:xfrm>
            <a:off x="414000" y="1240200"/>
            <a:ext cx="420480" cy="468720"/>
          </a:xfrm>
          <a:custGeom>
            <a:avLst/>
            <a:gdLst>
              <a:gd name="textAreaLeft" fmla="*/ 0 w 420480"/>
              <a:gd name="textAreaRight" fmla="*/ 423000 w 420480"/>
              <a:gd name="textAreaTop" fmla="*/ 0 h 468720"/>
              <a:gd name="textAreaBottom" fmla="*/ 471240 h 46872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47" name="bg object 19" descr=""/>
          <p:cNvPicPr/>
          <p:nvPr/>
        </p:nvPicPr>
        <p:blipFill>
          <a:blip r:embed="rId3"/>
          <a:stretch/>
        </p:blipFill>
        <p:spPr>
          <a:xfrm>
            <a:off x="781200" y="1240200"/>
            <a:ext cx="365760" cy="468720"/>
          </a:xfrm>
          <a:prstGeom prst="rect">
            <a:avLst/>
          </a:prstGeom>
          <a:ln w="0">
            <a:noFill/>
          </a:ln>
        </p:spPr>
      </p:pic>
      <p:pic>
        <p:nvPicPr>
          <p:cNvPr id="248" name="bg object 20" descr=""/>
          <p:cNvPicPr/>
          <p:nvPr/>
        </p:nvPicPr>
        <p:blipFill>
          <a:blip r:embed="rId4"/>
          <a:stretch/>
        </p:blipFill>
        <p:spPr>
          <a:xfrm>
            <a:off x="0" y="1167840"/>
            <a:ext cx="557640" cy="419040"/>
          </a:xfrm>
          <a:prstGeom prst="rect">
            <a:avLst/>
          </a:prstGeom>
          <a:ln w="0">
            <a:noFill/>
          </a:ln>
        </p:spPr>
      </p:pic>
      <p:sp>
        <p:nvSpPr>
          <p:cNvPr id="249" name="bg object 21"/>
          <p:cNvSpPr/>
          <p:nvPr/>
        </p:nvSpPr>
        <p:spPr>
          <a:xfrm>
            <a:off x="635040" y="713160"/>
            <a:ext cx="29160" cy="1046520"/>
          </a:xfrm>
          <a:custGeom>
            <a:avLst/>
            <a:gdLst>
              <a:gd name="textAreaLeft" fmla="*/ 0 w 29160"/>
              <a:gd name="textAreaRight" fmla="*/ 31680 w 29160"/>
              <a:gd name="textAreaTop" fmla="*/ 0 h 1046520"/>
              <a:gd name="textAreaBottom" fmla="*/ 1049040 h 104652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50" name="bg object 22" descr=""/>
          <p:cNvPicPr/>
          <p:nvPr/>
        </p:nvPicPr>
        <p:blipFill>
          <a:blip r:embed="rId5"/>
          <a:stretch/>
        </p:blipFill>
        <p:spPr>
          <a:xfrm>
            <a:off x="350640" y="1605960"/>
            <a:ext cx="8685720" cy="52200"/>
          </a:xfrm>
          <a:prstGeom prst="rect">
            <a:avLst/>
          </a:prstGeom>
          <a:ln w="0">
            <a:noFill/>
          </a:ln>
        </p:spPr>
      </p:pic>
      <p:sp>
        <p:nvSpPr>
          <p:cNvPr id="251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PlaceHolder 3"/>
          <p:cNvSpPr>
            <a:spLocks noGrp="1"/>
          </p:cNvSpPr>
          <p:nvPr>
            <p:ph type="ftr" idx="49"/>
          </p:nvPr>
        </p:nvSpPr>
        <p:spPr>
          <a:xfrm>
            <a:off x="3635640" y="7027560"/>
            <a:ext cx="3419280" cy="37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4" name="PlaceHolder 4"/>
          <p:cNvSpPr>
            <a:spLocks noGrp="1"/>
          </p:cNvSpPr>
          <p:nvPr>
            <p:ph type="sldNum" idx="50"/>
          </p:nvPr>
        </p:nvSpPr>
        <p:spPr>
          <a:xfrm>
            <a:off x="10069920" y="7229160"/>
            <a:ext cx="543600" cy="360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EF11C208-58D7-4753-9933-EF5D5E7628C4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5" name="PlaceHolder 5"/>
          <p:cNvSpPr>
            <a:spLocks noGrp="1"/>
          </p:cNvSpPr>
          <p:nvPr>
            <p:ph type="dt" idx="51"/>
          </p:nvPr>
        </p:nvSpPr>
        <p:spPr>
          <a:xfrm>
            <a:off x="534600" y="7027560"/>
            <a:ext cx="2457000" cy="37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0" r:id="rId6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bg object 16"/>
          <p:cNvSpPr/>
          <p:nvPr/>
        </p:nvSpPr>
        <p:spPr>
          <a:xfrm>
            <a:off x="290880" y="1073160"/>
            <a:ext cx="432000" cy="467280"/>
          </a:xfrm>
          <a:custGeom>
            <a:avLst/>
            <a:gdLst>
              <a:gd name="textAreaLeft" fmla="*/ 0 w 432000"/>
              <a:gd name="textAreaRight" fmla="*/ 434520 w 432000"/>
              <a:gd name="textAreaTop" fmla="*/ 0 h 467280"/>
              <a:gd name="textAreaBottom" fmla="*/ 469800 h 46728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59" name="bg object 17" descr=""/>
          <p:cNvPicPr/>
          <p:nvPr/>
        </p:nvPicPr>
        <p:blipFill>
          <a:blip r:embed="rId2"/>
          <a:stretch/>
        </p:blipFill>
        <p:spPr>
          <a:xfrm>
            <a:off x="670680" y="1073160"/>
            <a:ext cx="324000" cy="467280"/>
          </a:xfrm>
          <a:prstGeom prst="rect">
            <a:avLst/>
          </a:prstGeom>
          <a:ln w="0">
            <a:noFill/>
          </a:ln>
        </p:spPr>
      </p:pic>
      <p:sp>
        <p:nvSpPr>
          <p:cNvPr id="260" name="bg object 18"/>
          <p:cNvSpPr/>
          <p:nvPr/>
        </p:nvSpPr>
        <p:spPr>
          <a:xfrm>
            <a:off x="414000" y="1492200"/>
            <a:ext cx="420480" cy="468720"/>
          </a:xfrm>
          <a:custGeom>
            <a:avLst/>
            <a:gdLst>
              <a:gd name="textAreaLeft" fmla="*/ 0 w 420480"/>
              <a:gd name="textAreaRight" fmla="*/ 423000 w 420480"/>
              <a:gd name="textAreaTop" fmla="*/ 0 h 468720"/>
              <a:gd name="textAreaBottom" fmla="*/ 471240 h 46872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61" name="bg object 19" descr=""/>
          <p:cNvPicPr/>
          <p:nvPr/>
        </p:nvPicPr>
        <p:blipFill>
          <a:blip r:embed="rId3"/>
          <a:stretch/>
        </p:blipFill>
        <p:spPr>
          <a:xfrm>
            <a:off x="781200" y="1492200"/>
            <a:ext cx="365760" cy="468720"/>
          </a:xfrm>
          <a:prstGeom prst="rect">
            <a:avLst/>
          </a:prstGeom>
          <a:ln w="0">
            <a:noFill/>
          </a:ln>
        </p:spPr>
      </p:pic>
      <p:pic>
        <p:nvPicPr>
          <p:cNvPr id="262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7640" cy="419040"/>
          </a:xfrm>
          <a:prstGeom prst="rect">
            <a:avLst/>
          </a:prstGeom>
          <a:ln w="0">
            <a:noFill/>
          </a:ln>
        </p:spPr>
      </p:pic>
      <p:sp>
        <p:nvSpPr>
          <p:cNvPr id="263" name="bg object 21"/>
          <p:cNvSpPr/>
          <p:nvPr/>
        </p:nvSpPr>
        <p:spPr>
          <a:xfrm>
            <a:off x="635040" y="965160"/>
            <a:ext cx="29160" cy="1046520"/>
          </a:xfrm>
          <a:custGeom>
            <a:avLst/>
            <a:gdLst>
              <a:gd name="textAreaLeft" fmla="*/ 0 w 29160"/>
              <a:gd name="textAreaRight" fmla="*/ 31680 w 29160"/>
              <a:gd name="textAreaTop" fmla="*/ 0 h 1046520"/>
              <a:gd name="textAreaBottom" fmla="*/ 1049040 h 104652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64" name="bg object 22" descr=""/>
          <p:cNvPicPr/>
          <p:nvPr/>
        </p:nvPicPr>
        <p:blipFill>
          <a:blip r:embed="rId5"/>
          <a:stretch/>
        </p:blipFill>
        <p:spPr>
          <a:xfrm>
            <a:off x="350640" y="1857960"/>
            <a:ext cx="8685720" cy="52200"/>
          </a:xfrm>
          <a:prstGeom prst="rect">
            <a:avLst/>
          </a:prstGeom>
          <a:ln w="0">
            <a:noFill/>
          </a:ln>
        </p:spPr>
      </p:pic>
      <p:sp>
        <p:nvSpPr>
          <p:cNvPr id="26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ftr" idx="52"/>
          </p:nvPr>
        </p:nvSpPr>
        <p:spPr>
          <a:xfrm>
            <a:off x="3635640" y="7027560"/>
            <a:ext cx="3419280" cy="37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8" name="PlaceHolder 4"/>
          <p:cNvSpPr>
            <a:spLocks noGrp="1"/>
          </p:cNvSpPr>
          <p:nvPr>
            <p:ph type="sldNum" idx="53"/>
          </p:nvPr>
        </p:nvSpPr>
        <p:spPr>
          <a:xfrm>
            <a:off x="10069920" y="7229160"/>
            <a:ext cx="543600" cy="360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16E4FF57-F9AD-406C-8FBC-FE80C693FC29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9" name="PlaceHolder 5"/>
          <p:cNvSpPr>
            <a:spLocks noGrp="1"/>
          </p:cNvSpPr>
          <p:nvPr>
            <p:ph type="dt" idx="54"/>
          </p:nvPr>
        </p:nvSpPr>
        <p:spPr>
          <a:xfrm>
            <a:off x="534600" y="7027560"/>
            <a:ext cx="2457000" cy="37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2" r:id="rId6"/>
    <p:sldLayoutId id="2147483693" r:id="rId7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bg object 16"/>
          <p:cNvSpPr/>
          <p:nvPr/>
        </p:nvSpPr>
        <p:spPr>
          <a:xfrm>
            <a:off x="290880" y="1073160"/>
            <a:ext cx="432000" cy="467280"/>
          </a:xfrm>
          <a:custGeom>
            <a:avLst/>
            <a:gdLst>
              <a:gd name="textAreaLeft" fmla="*/ 0 w 432000"/>
              <a:gd name="textAreaRight" fmla="*/ 434520 w 432000"/>
              <a:gd name="textAreaTop" fmla="*/ 0 h 467280"/>
              <a:gd name="textAreaBottom" fmla="*/ 469800 h 46728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75" name="bg object 17" descr=""/>
          <p:cNvPicPr/>
          <p:nvPr/>
        </p:nvPicPr>
        <p:blipFill>
          <a:blip r:embed="rId2"/>
          <a:stretch/>
        </p:blipFill>
        <p:spPr>
          <a:xfrm>
            <a:off x="670680" y="1073160"/>
            <a:ext cx="324000" cy="467280"/>
          </a:xfrm>
          <a:prstGeom prst="rect">
            <a:avLst/>
          </a:prstGeom>
          <a:ln w="0">
            <a:noFill/>
          </a:ln>
        </p:spPr>
      </p:pic>
      <p:sp>
        <p:nvSpPr>
          <p:cNvPr id="276" name="bg object 18"/>
          <p:cNvSpPr/>
          <p:nvPr/>
        </p:nvSpPr>
        <p:spPr>
          <a:xfrm>
            <a:off x="414000" y="1492200"/>
            <a:ext cx="420480" cy="468720"/>
          </a:xfrm>
          <a:custGeom>
            <a:avLst/>
            <a:gdLst>
              <a:gd name="textAreaLeft" fmla="*/ 0 w 420480"/>
              <a:gd name="textAreaRight" fmla="*/ 423000 w 420480"/>
              <a:gd name="textAreaTop" fmla="*/ 0 h 468720"/>
              <a:gd name="textAreaBottom" fmla="*/ 471240 h 46872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77" name="bg object 19" descr=""/>
          <p:cNvPicPr/>
          <p:nvPr/>
        </p:nvPicPr>
        <p:blipFill>
          <a:blip r:embed="rId3"/>
          <a:stretch/>
        </p:blipFill>
        <p:spPr>
          <a:xfrm>
            <a:off x="781200" y="1492200"/>
            <a:ext cx="365760" cy="468720"/>
          </a:xfrm>
          <a:prstGeom prst="rect">
            <a:avLst/>
          </a:prstGeom>
          <a:ln w="0">
            <a:noFill/>
          </a:ln>
        </p:spPr>
      </p:pic>
      <p:pic>
        <p:nvPicPr>
          <p:cNvPr id="278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7640" cy="419040"/>
          </a:xfrm>
          <a:prstGeom prst="rect">
            <a:avLst/>
          </a:prstGeom>
          <a:ln w="0">
            <a:noFill/>
          </a:ln>
        </p:spPr>
      </p:pic>
      <p:sp>
        <p:nvSpPr>
          <p:cNvPr id="279" name="bg object 21"/>
          <p:cNvSpPr/>
          <p:nvPr/>
        </p:nvSpPr>
        <p:spPr>
          <a:xfrm>
            <a:off x="635040" y="965160"/>
            <a:ext cx="29160" cy="1046520"/>
          </a:xfrm>
          <a:custGeom>
            <a:avLst/>
            <a:gdLst>
              <a:gd name="textAreaLeft" fmla="*/ 0 w 29160"/>
              <a:gd name="textAreaRight" fmla="*/ 31680 w 29160"/>
              <a:gd name="textAreaTop" fmla="*/ 0 h 1046520"/>
              <a:gd name="textAreaBottom" fmla="*/ 1049040 h 104652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80" name="bg object 22" descr=""/>
          <p:cNvPicPr/>
          <p:nvPr/>
        </p:nvPicPr>
        <p:blipFill>
          <a:blip r:embed="rId5"/>
          <a:stretch/>
        </p:blipFill>
        <p:spPr>
          <a:xfrm>
            <a:off x="350640" y="1857960"/>
            <a:ext cx="8685720" cy="52200"/>
          </a:xfrm>
          <a:prstGeom prst="rect">
            <a:avLst/>
          </a:prstGeom>
          <a:ln w="0">
            <a:noFill/>
          </a:ln>
        </p:spPr>
      </p:pic>
      <p:sp>
        <p:nvSpPr>
          <p:cNvPr id="281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PlaceHolder 2"/>
          <p:cNvSpPr>
            <a:spLocks noGrp="1"/>
          </p:cNvSpPr>
          <p:nvPr>
            <p:ph type="ftr" idx="55"/>
          </p:nvPr>
        </p:nvSpPr>
        <p:spPr>
          <a:xfrm>
            <a:off x="3635640" y="7027560"/>
            <a:ext cx="3419280" cy="37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3" name="PlaceHolder 3"/>
          <p:cNvSpPr>
            <a:spLocks noGrp="1"/>
          </p:cNvSpPr>
          <p:nvPr>
            <p:ph type="sldNum" idx="56"/>
          </p:nvPr>
        </p:nvSpPr>
        <p:spPr>
          <a:xfrm>
            <a:off x="10069920" y="7229160"/>
            <a:ext cx="543600" cy="360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29744004-4B60-454E-B24A-33C5A068F0DD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4" name="PlaceHolder 4"/>
          <p:cNvSpPr>
            <a:spLocks noGrp="1"/>
          </p:cNvSpPr>
          <p:nvPr>
            <p:ph type="dt" idx="57"/>
          </p:nvPr>
        </p:nvSpPr>
        <p:spPr>
          <a:xfrm>
            <a:off x="534600" y="7027560"/>
            <a:ext cx="2457000" cy="37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5" name="PlaceHolder 5"/>
          <p:cNvSpPr>
            <a:spLocks noGrp="1"/>
          </p:cNvSpPr>
          <p:nvPr>
            <p:ph type="body"/>
          </p:nvPr>
        </p:nvSpPr>
        <p:spPr>
          <a:xfrm>
            <a:off x="534600" y="1767960"/>
            <a:ext cx="9623520" cy="438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5" r:id="rId6"/>
  </p:sldLayoutIdLst>
</p:sldMaster>
</file>

<file path=ppt/slideMasters/slideMaster2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bg object 16"/>
          <p:cNvSpPr/>
          <p:nvPr/>
        </p:nvSpPr>
        <p:spPr>
          <a:xfrm>
            <a:off x="290880" y="1073160"/>
            <a:ext cx="432000" cy="467280"/>
          </a:xfrm>
          <a:custGeom>
            <a:avLst/>
            <a:gdLst>
              <a:gd name="textAreaLeft" fmla="*/ 0 w 432000"/>
              <a:gd name="textAreaRight" fmla="*/ 434520 w 432000"/>
              <a:gd name="textAreaTop" fmla="*/ 0 h 467280"/>
              <a:gd name="textAreaBottom" fmla="*/ 469800 h 46728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89" name="bg object 17" descr=""/>
          <p:cNvPicPr/>
          <p:nvPr/>
        </p:nvPicPr>
        <p:blipFill>
          <a:blip r:embed="rId2"/>
          <a:stretch/>
        </p:blipFill>
        <p:spPr>
          <a:xfrm>
            <a:off x="670680" y="1073160"/>
            <a:ext cx="324000" cy="467280"/>
          </a:xfrm>
          <a:prstGeom prst="rect">
            <a:avLst/>
          </a:prstGeom>
          <a:ln w="0">
            <a:noFill/>
          </a:ln>
        </p:spPr>
      </p:pic>
      <p:sp>
        <p:nvSpPr>
          <p:cNvPr id="290" name="bg object 18"/>
          <p:cNvSpPr/>
          <p:nvPr/>
        </p:nvSpPr>
        <p:spPr>
          <a:xfrm>
            <a:off x="414000" y="1492200"/>
            <a:ext cx="420480" cy="468720"/>
          </a:xfrm>
          <a:custGeom>
            <a:avLst/>
            <a:gdLst>
              <a:gd name="textAreaLeft" fmla="*/ 0 w 420480"/>
              <a:gd name="textAreaRight" fmla="*/ 423000 w 420480"/>
              <a:gd name="textAreaTop" fmla="*/ 0 h 468720"/>
              <a:gd name="textAreaBottom" fmla="*/ 471240 h 46872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91" name="bg object 19" descr=""/>
          <p:cNvPicPr/>
          <p:nvPr/>
        </p:nvPicPr>
        <p:blipFill>
          <a:blip r:embed="rId3"/>
          <a:stretch/>
        </p:blipFill>
        <p:spPr>
          <a:xfrm>
            <a:off x="781200" y="1492200"/>
            <a:ext cx="365760" cy="468720"/>
          </a:xfrm>
          <a:prstGeom prst="rect">
            <a:avLst/>
          </a:prstGeom>
          <a:ln w="0">
            <a:noFill/>
          </a:ln>
        </p:spPr>
      </p:pic>
      <p:pic>
        <p:nvPicPr>
          <p:cNvPr id="292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7640" cy="419040"/>
          </a:xfrm>
          <a:prstGeom prst="rect">
            <a:avLst/>
          </a:prstGeom>
          <a:ln w="0">
            <a:noFill/>
          </a:ln>
        </p:spPr>
      </p:pic>
      <p:sp>
        <p:nvSpPr>
          <p:cNvPr id="293" name="bg object 21"/>
          <p:cNvSpPr/>
          <p:nvPr/>
        </p:nvSpPr>
        <p:spPr>
          <a:xfrm>
            <a:off x="635040" y="965160"/>
            <a:ext cx="29160" cy="1046520"/>
          </a:xfrm>
          <a:custGeom>
            <a:avLst/>
            <a:gdLst>
              <a:gd name="textAreaLeft" fmla="*/ 0 w 29160"/>
              <a:gd name="textAreaRight" fmla="*/ 31680 w 29160"/>
              <a:gd name="textAreaTop" fmla="*/ 0 h 1046520"/>
              <a:gd name="textAreaBottom" fmla="*/ 1049040 h 104652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94" name="bg object 22" descr=""/>
          <p:cNvPicPr/>
          <p:nvPr/>
        </p:nvPicPr>
        <p:blipFill>
          <a:blip r:embed="rId5"/>
          <a:stretch/>
        </p:blipFill>
        <p:spPr>
          <a:xfrm>
            <a:off x="350640" y="1857960"/>
            <a:ext cx="8685720" cy="52200"/>
          </a:xfrm>
          <a:prstGeom prst="rect">
            <a:avLst/>
          </a:prstGeom>
          <a:ln w="0">
            <a:noFill/>
          </a:ln>
        </p:spPr>
      </p:pic>
      <p:sp>
        <p:nvSpPr>
          <p:cNvPr id="29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PlaceHolder 2"/>
          <p:cNvSpPr>
            <a:spLocks noGrp="1"/>
          </p:cNvSpPr>
          <p:nvPr>
            <p:ph type="ftr" idx="58"/>
          </p:nvPr>
        </p:nvSpPr>
        <p:spPr>
          <a:xfrm>
            <a:off x="3635640" y="7027560"/>
            <a:ext cx="3419280" cy="37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7" name="PlaceHolder 3"/>
          <p:cNvSpPr>
            <a:spLocks noGrp="1"/>
          </p:cNvSpPr>
          <p:nvPr>
            <p:ph type="sldNum" idx="59"/>
          </p:nvPr>
        </p:nvSpPr>
        <p:spPr>
          <a:xfrm>
            <a:off x="10069920" y="7229160"/>
            <a:ext cx="543600" cy="360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121DD73B-1A72-410B-8EBD-F3046AAF5DFA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8" name="PlaceHolder 4"/>
          <p:cNvSpPr>
            <a:spLocks noGrp="1"/>
          </p:cNvSpPr>
          <p:nvPr>
            <p:ph type="dt" idx="60"/>
          </p:nvPr>
        </p:nvSpPr>
        <p:spPr>
          <a:xfrm>
            <a:off x="534600" y="7027560"/>
            <a:ext cx="2457000" cy="37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9" name="PlaceHolder 5"/>
          <p:cNvSpPr>
            <a:spLocks noGrp="1"/>
          </p:cNvSpPr>
          <p:nvPr>
            <p:ph type="body"/>
          </p:nvPr>
        </p:nvSpPr>
        <p:spPr>
          <a:xfrm>
            <a:off x="534600" y="1767960"/>
            <a:ext cx="9623520" cy="438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7" r:id="rId6"/>
    <p:sldLayoutId id="2147483698" r:id="rId7"/>
  </p:sldLayoutIdLst>
</p:sldMaster>
</file>

<file path=ppt/slideMasters/slideMaster2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bg object 16"/>
          <p:cNvSpPr/>
          <p:nvPr/>
        </p:nvSpPr>
        <p:spPr>
          <a:xfrm>
            <a:off x="290880" y="1073160"/>
            <a:ext cx="431640" cy="466920"/>
          </a:xfrm>
          <a:custGeom>
            <a:avLst/>
            <a:gdLst>
              <a:gd name="textAreaLeft" fmla="*/ 0 w 431640"/>
              <a:gd name="textAreaRight" fmla="*/ 434520 w 431640"/>
              <a:gd name="textAreaTop" fmla="*/ 0 h 466920"/>
              <a:gd name="textAreaBottom" fmla="*/ 469800 h 46692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05" name="bg object 17" descr=""/>
          <p:cNvPicPr/>
          <p:nvPr/>
        </p:nvPicPr>
        <p:blipFill>
          <a:blip r:embed="rId2"/>
          <a:stretch/>
        </p:blipFill>
        <p:spPr>
          <a:xfrm>
            <a:off x="670680" y="1073160"/>
            <a:ext cx="323640" cy="466920"/>
          </a:xfrm>
          <a:prstGeom prst="rect">
            <a:avLst/>
          </a:prstGeom>
          <a:ln w="0">
            <a:noFill/>
          </a:ln>
        </p:spPr>
      </p:pic>
      <p:sp>
        <p:nvSpPr>
          <p:cNvPr id="306" name="bg object 18"/>
          <p:cNvSpPr/>
          <p:nvPr/>
        </p:nvSpPr>
        <p:spPr>
          <a:xfrm>
            <a:off x="414000" y="1492200"/>
            <a:ext cx="420120" cy="468360"/>
          </a:xfrm>
          <a:custGeom>
            <a:avLst/>
            <a:gdLst>
              <a:gd name="textAreaLeft" fmla="*/ 0 w 420120"/>
              <a:gd name="textAreaRight" fmla="*/ 423000 w 420120"/>
              <a:gd name="textAreaTop" fmla="*/ 0 h 468360"/>
              <a:gd name="textAreaBottom" fmla="*/ 471240 h 46836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07" name="bg object 19" descr=""/>
          <p:cNvPicPr/>
          <p:nvPr/>
        </p:nvPicPr>
        <p:blipFill>
          <a:blip r:embed="rId3"/>
          <a:stretch/>
        </p:blipFill>
        <p:spPr>
          <a:xfrm>
            <a:off x="781200" y="1492200"/>
            <a:ext cx="365400" cy="468360"/>
          </a:xfrm>
          <a:prstGeom prst="rect">
            <a:avLst/>
          </a:prstGeom>
          <a:ln w="0">
            <a:noFill/>
          </a:ln>
        </p:spPr>
      </p:pic>
      <p:pic>
        <p:nvPicPr>
          <p:cNvPr id="308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7280" cy="418680"/>
          </a:xfrm>
          <a:prstGeom prst="rect">
            <a:avLst/>
          </a:prstGeom>
          <a:ln w="0">
            <a:noFill/>
          </a:ln>
        </p:spPr>
      </p:pic>
      <p:sp>
        <p:nvSpPr>
          <p:cNvPr id="309" name="bg object 21"/>
          <p:cNvSpPr/>
          <p:nvPr/>
        </p:nvSpPr>
        <p:spPr>
          <a:xfrm>
            <a:off x="635040" y="965160"/>
            <a:ext cx="28800" cy="1046160"/>
          </a:xfrm>
          <a:custGeom>
            <a:avLst/>
            <a:gdLst>
              <a:gd name="textAreaLeft" fmla="*/ 0 w 28800"/>
              <a:gd name="textAreaRight" fmla="*/ 31680 w 28800"/>
              <a:gd name="textAreaTop" fmla="*/ 0 h 1046160"/>
              <a:gd name="textAreaBottom" fmla="*/ 1049040 h 104616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10" name="bg object 22" descr=""/>
          <p:cNvPicPr/>
          <p:nvPr/>
        </p:nvPicPr>
        <p:blipFill>
          <a:blip r:embed="rId5"/>
          <a:stretch/>
        </p:blipFill>
        <p:spPr>
          <a:xfrm>
            <a:off x="350640" y="1857960"/>
            <a:ext cx="8685360" cy="51840"/>
          </a:xfrm>
          <a:prstGeom prst="rect">
            <a:avLst/>
          </a:prstGeom>
          <a:ln w="0">
            <a:noFill/>
          </a:ln>
        </p:spPr>
      </p:pic>
      <p:sp>
        <p:nvSpPr>
          <p:cNvPr id="311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600" cy="69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4720" cy="513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PlaceHolder 3"/>
          <p:cNvSpPr>
            <a:spLocks noGrp="1"/>
          </p:cNvSpPr>
          <p:nvPr>
            <p:ph type="ftr" idx="61"/>
          </p:nvPr>
        </p:nvSpPr>
        <p:spPr>
          <a:xfrm>
            <a:off x="3635640" y="7027560"/>
            <a:ext cx="3418920" cy="37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4" name="PlaceHolder 4"/>
          <p:cNvSpPr>
            <a:spLocks noGrp="1"/>
          </p:cNvSpPr>
          <p:nvPr>
            <p:ph type="sldNum" idx="62"/>
          </p:nvPr>
        </p:nvSpPr>
        <p:spPr>
          <a:xfrm>
            <a:off x="10069920" y="7229160"/>
            <a:ext cx="543240" cy="36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82E2FD73-61F9-498F-9159-3BCF356AF3B6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5" name="PlaceHolder 5"/>
          <p:cNvSpPr>
            <a:spLocks noGrp="1"/>
          </p:cNvSpPr>
          <p:nvPr>
            <p:ph type="dt" idx="63"/>
          </p:nvPr>
        </p:nvSpPr>
        <p:spPr>
          <a:xfrm>
            <a:off x="534600" y="7027560"/>
            <a:ext cx="2456640" cy="37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0" r:id="rId6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5.jpeg"/><Relationship Id="rId2" Type="http://schemas.openxmlformats.org/officeDocument/2006/relationships/slideLayout" Target="../slideLayouts/slideLayout14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hyperlink" Target="mailto:david.thibau@gmail.com" TargetMode="External"/><Relationship Id="rId2" Type="http://schemas.openxmlformats.org/officeDocument/2006/relationships/slideLayout" Target="../slideLayouts/slideLayout8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9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9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9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9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9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9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
</Relationships>
</file>

<file path=ppt/slides/_rels/slide6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6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6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6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6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6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6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6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6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
</Relationships>
</file>

<file path=ppt/slides/_rels/slide7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7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7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7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7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7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7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7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7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7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8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8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8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8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8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8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
</Relationships>
</file>

<file path=ppt/slides/_rels/slide8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8.xml"/>
</Relationships>
</file>

<file path=ppt/slides/_rels/slide8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8.xml"/>
</Relationships>
</file>

<file path=ppt/slides/_rels/slide8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8.xml"/>
</Relationships>
</file>

<file path=ppt/slides/_rels/slide8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8.xml"/>
</Relationships>
</file>

<file path=ppt/slides/_rels/slide9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
</Relationships>
</file>

<file path=ppt/slides/_rels/slide9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9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9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9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9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9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9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9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9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0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0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0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0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0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
</Relationships>
</file>

<file path=ppt/slides/_rels/slide10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0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0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0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0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
</Relationships>
</file>

<file path=ppt/slides/_rels/slide1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1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1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1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
</Relationships>
</file>

<file path=ppt/slides/_rels/slide1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
</Relationships>
</file>

<file path=ppt/slides/_rels/slide1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4.xml"/>
</Relationships>
</file>

<file path=ppt/slides/_rels/slide1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2.xml"/>
</Relationships>
</file>

<file path=ppt/slides/_rels/slide1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2.xml"/>
</Relationships>
</file>

<file path=ppt/slides/_rels/slide1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1.xml"/>
</Relationships>
</file>

<file path=ppt/slides/_rels/slide1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2.xml"/>
</Relationships>
</file>

<file path=ppt/slides/_rels/slide1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2.xml"/>
</Relationships>
</file>

<file path=ppt/slides/_rels/slide1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2.xml"/>
</Relationships>
</file>

<file path=ppt/slides/_rels/slide1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2.xml"/>
</Relationships>
</file>

<file path=ppt/slides/_rels/slide1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2.xml"/>
</Relationships>
</file>

<file path=ppt/slides/_rels/slide1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2.xml"/>
</Relationships>
</file>

<file path=ppt/slides/_rels/slide1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2.xml"/>
</Relationships>
</file>

<file path=ppt/slides/_rels/slide1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2.xml"/>
</Relationships>
</file>

<file path=ppt/slides/_rels/slide15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
</Relationships>
</file>

<file path=ppt/slides/_rels/slide1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0.xml"/>
</Relationships>
</file>

<file path=ppt/slides/_rels/slide1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0.xml"/>
</Relationships>
</file>

<file path=ppt/slides/_rels/slide15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0.xml"/>
</Relationships>
</file>

<file path=ppt/slides/_rels/slide16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0.xml"/>
</Relationships>
</file>

<file path=ppt/slides/_rels/slide16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0.xml"/>
</Relationships>
</file>

<file path=ppt/slides/_rels/slide16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0.xml"/>
</Relationships>
</file>

<file path=ppt/slides/_rels/slide16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0.xml"/>
</Relationships>
</file>

<file path=ppt/slides/_rels/slide16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0.xml"/>
</Relationships>
</file>

<file path=ppt/slides/_rels/slide16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0.xml"/>
</Relationships>
</file>

<file path=ppt/slides/_rels/slide16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0.xml"/>
</Relationships>
</file>

<file path=ppt/slides/_rels/slide16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0.xml"/>
</Relationships>
</file>

<file path=ppt/slides/_rels/slide16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6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0.xml"/>
</Relationships>
</file>

<file path=ppt/slides/_rels/slide17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7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7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7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7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2.xml"/>
</Relationships>
</file>

<file path=ppt/slides/_rels/slide17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0.xml"/>
</Relationships>
</file>

<file path=ppt/slides/_rels/slide17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7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7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7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8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8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
</Relationships>
</file>

<file path=ppt/slides/_rels/slide18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8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8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8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8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8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8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8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9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9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9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9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8" name="object 2" descr=""/>
          <p:cNvPicPr/>
          <p:nvPr/>
        </p:nvPicPr>
        <p:blipFill>
          <a:blip r:embed="rId1"/>
          <a:stretch/>
        </p:blipFill>
        <p:spPr>
          <a:xfrm>
            <a:off x="1547640" y="2889360"/>
            <a:ext cx="7283160" cy="3126600"/>
          </a:xfrm>
          <a:prstGeom prst="rect">
            <a:avLst/>
          </a:prstGeom>
          <a:ln w="0">
            <a:noFill/>
          </a:ln>
        </p:spPr>
      </p:pic>
      <p:sp>
        <p:nvSpPr>
          <p:cNvPr id="319" name="PlaceHolder 1"/>
          <p:cNvSpPr>
            <a:spLocks noGrp="1"/>
          </p:cNvSpPr>
          <p:nvPr>
            <p:ph type="sldNum" idx="64"/>
          </p:nvPr>
        </p:nvSpPr>
        <p:spPr>
          <a:xfrm>
            <a:off x="10069920" y="7229160"/>
            <a:ext cx="54360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E37EB123-742C-444A-BFE5-BA1C6FCE4759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PlaceHolder 1"/>
          <p:cNvSpPr>
            <a:spLocks noGrp="1"/>
          </p:cNvSpPr>
          <p:nvPr>
            <p:ph type="title"/>
          </p:nvPr>
        </p:nvSpPr>
        <p:spPr>
          <a:xfrm>
            <a:off x="1164600" y="509040"/>
            <a:ext cx="8355240" cy="1330200"/>
          </a:xfrm>
          <a:prstGeom prst="rect">
            <a:avLst/>
          </a:prstGeom>
          <a:noFill/>
          <a:ln w="0">
            <a:noFill/>
          </a:ln>
        </p:spPr>
        <p:txBody>
          <a:bodyPr lIns="0" rIns="0" tIns="59760" bIns="0" anchor="t">
            <a:noAutofit/>
          </a:bodyPr>
          <a:p>
            <a:pPr indent="0" algn="ctr">
              <a:lnSpc>
                <a:spcPts val="5009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chemeClr val="dk1"/>
                </a:solidFill>
                <a:latin typeface="Arial"/>
              </a:rPr>
              <a:t>Liferay 7.x - Développer un portail d'entreprise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PlaceHolder 2"/>
          <p:cNvSpPr>
            <a:spLocks noGrp="1"/>
          </p:cNvSpPr>
          <p:nvPr>
            <p:ph type="sldNum" idx="65"/>
          </p:nvPr>
        </p:nvSpPr>
        <p:spPr>
          <a:xfrm>
            <a:off x="10069920" y="7229160"/>
            <a:ext cx="54360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CA469E35-7B85-4447-9255-558BCC0AC8D6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2" name="object 3"/>
          <p:cNvSpPr/>
          <p:nvPr/>
        </p:nvSpPr>
        <p:spPr>
          <a:xfrm>
            <a:off x="1593720" y="3696840"/>
            <a:ext cx="7512480" cy="150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448200" algn="ctr">
              <a:lnSpc>
                <a:spcPct val="100000"/>
              </a:lnSpc>
              <a:spcBef>
                <a:spcPts val="99"/>
              </a:spcBef>
            </a:pPr>
            <a:r>
              <a:rPr b="0" lang="fr-FR" sz="3200" spc="185" strike="noStrike">
                <a:solidFill>
                  <a:srgbClr val="000000"/>
                </a:solidFill>
                <a:latin typeface="Arial"/>
              </a:rPr>
              <a:t>David</a:t>
            </a:r>
            <a:r>
              <a:rPr b="0" lang="fr-FR" sz="3200" spc="13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THIBAU</a:t>
            </a:r>
            <a:r>
              <a:rPr b="0" lang="fr-FR" sz="3200" spc="13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–</a:t>
            </a:r>
            <a:r>
              <a:rPr b="0" lang="fr-FR" sz="3200" spc="13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3200" spc="205" strike="noStrike">
                <a:solidFill>
                  <a:srgbClr val="000000"/>
                </a:solidFill>
                <a:latin typeface="Arial"/>
              </a:rPr>
              <a:t>2025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48200" algn="ctr">
              <a:lnSpc>
                <a:spcPct val="100000"/>
              </a:lnSpc>
              <a:spcBef>
                <a:spcPts val="99"/>
              </a:spcBef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48200" algn="ctr">
              <a:lnSpc>
                <a:spcPct val="100000"/>
              </a:lnSpc>
              <a:spcBef>
                <a:spcPts val="99"/>
              </a:spcBef>
            </a:pPr>
            <a:r>
              <a:rPr b="0" lang="fr-FR" sz="3200" spc="185" strike="noStrike" u="sng">
                <a:solidFill>
                  <a:srgbClr val="0000ff"/>
                </a:solidFill>
                <a:uFillTx/>
                <a:latin typeface="Arial"/>
                <a:hlinkClick r:id="rId1"/>
              </a:rPr>
              <a:t>david.thibau@gmail.com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PlaceHolder 1"/>
          <p:cNvSpPr>
            <a:spLocks noGrp="1"/>
          </p:cNvSpPr>
          <p:nvPr>
            <p:ph type="title"/>
          </p:nvPr>
        </p:nvSpPr>
        <p:spPr>
          <a:xfrm>
            <a:off x="1090800" y="114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Agenda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411012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3333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800" spc="-1" strike="noStrike">
                <a:solidFill>
                  <a:srgbClr val="000000"/>
                </a:solidFill>
                <a:latin typeface="Calibri"/>
              </a:rPr>
              <a:t>Fondamentaux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Panorama Liferay DXP / Portal 7.4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Installation 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Sites, Pages, Navigation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CMS 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800" spc="-1" strike="noStrike">
                <a:solidFill>
                  <a:srgbClr val="000000"/>
                </a:solidFill>
                <a:latin typeface="Calibri"/>
              </a:rPr>
              <a:t>Administration, Exploitation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Base de données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Configuration, logs, sessions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Exploitation modules OSGI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Patching et mise à jour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Environnements, Staging, Import/Export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PlaceHolder 3"/>
          <p:cNvSpPr>
            <a:spLocks noGrp="1"/>
          </p:cNvSpPr>
          <p:nvPr>
            <p:ph/>
          </p:nvPr>
        </p:nvSpPr>
        <p:spPr>
          <a:xfrm>
            <a:off x="5406480" y="2083320"/>
            <a:ext cx="411012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800" spc="-1" strike="noStrike">
                <a:solidFill>
                  <a:srgbClr val="000000"/>
                </a:solidFill>
                <a:latin typeface="Calibri"/>
              </a:rPr>
              <a:t>Développement 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Mise en place IDE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Développement Portlet 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Service Builder et Rest Builder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Sécurité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Extensions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Introduction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Panorama Liferay DXP / Portal 7.4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Installation</a:t>
            </a: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Site, pages, navigation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  <a:ea typeface="Noto Sans CJK SC"/>
              </a:rPr>
              <a:t>CMS : web content, templates, documents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Portail et Digital Experience Platform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Un </a:t>
            </a:r>
            <a:r>
              <a:rPr b="1" lang="fr-FR" sz="2400" spc="-1" strike="noStrike">
                <a:solidFill>
                  <a:srgbClr val="090b5e"/>
                </a:solidFill>
                <a:latin typeface="Calibri"/>
              </a:rPr>
              <a:t>portail d’entreprise</a:t>
            </a: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 est une plate-forme web qui centralise l’accès aux applications, contenus et services numériques de l’organisation.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Une </a:t>
            </a:r>
            <a:r>
              <a:rPr b="1" lang="fr-FR" sz="2400" spc="-1" strike="noStrike">
                <a:solidFill>
                  <a:srgbClr val="090b5e"/>
                </a:solidFill>
                <a:latin typeface="Calibri"/>
              </a:rPr>
              <a:t>« Digital Experience Platform (DXP) »</a:t>
            </a: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 ajoute à ces fonctions des capacités avancées : personnalisation, APIs, intégration </a:t>
            </a:r>
            <a:r>
              <a:rPr b="0" i="1" lang="fr-FR" sz="2400" spc="-1" strike="noStrike">
                <a:solidFill>
                  <a:srgbClr val="000000"/>
                </a:solidFill>
                <a:latin typeface="Calibri"/>
              </a:rPr>
              <a:t>omnicanal</a:t>
            </a: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 (web, mobile, applications tierces).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L’objectif est de fournir à chaque utilisateur (client, partenaire, collaborateur) une expérience unifiée malgré la diversité des systèmes sous-jacents.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Fonctions clés d’un portail d’entreprise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100" spc="-1" strike="noStrike">
                <a:solidFill>
                  <a:srgbClr val="1511ac"/>
                </a:solidFill>
                <a:latin typeface="Calibri"/>
              </a:rPr>
              <a:t>Agrégation de contenus et d’applications </a:t>
            </a: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: tableau de bord, pages composites, vue synthétique d’indicateurs issus de plusieurs systèmes.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lang="fr-FR" sz="2100" spc="-1" strike="noStrike">
                <a:solidFill>
                  <a:srgbClr val="1511ac"/>
                </a:solidFill>
                <a:latin typeface="Calibri"/>
              </a:rPr>
              <a:t>Administration centralisée </a:t>
            </a: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: gestion des utilisateurs, des rôles, des droits d’accès et des espaces (sites, communautés, organisations).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lang="fr-FR" sz="2100" spc="-1" strike="noStrike">
                <a:solidFill>
                  <a:srgbClr val="1511ac"/>
                </a:solidFill>
                <a:latin typeface="Calibri"/>
              </a:rPr>
              <a:t>Cadre d’architecture</a:t>
            </a: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 : normes, modèles de développement et de sécurité homogènes pour les applications intégrées au portail.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Personnalisation, identité et SSO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200" spc="-1" strike="noStrike">
                <a:solidFill>
                  <a:srgbClr val="1511ac"/>
                </a:solidFill>
                <a:latin typeface="Calibri"/>
              </a:rPr>
              <a:t>Personnalisation par profil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 : chaque utilisateur appartient à un ou plusieurs rôles, qui conditionnent les contenus visibles et les fonctionnalités disponibles.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200" spc="-1" strike="noStrike">
                <a:solidFill>
                  <a:srgbClr val="1511ac"/>
                </a:solidFill>
                <a:latin typeface="Calibri"/>
              </a:rPr>
              <a:t>Personnalisation par préférences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 : choix des applications affichées, agencement des portlets, sélection d’un thème graphique.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200" spc="-1" strike="noStrike">
                <a:solidFill>
                  <a:srgbClr val="1511ac"/>
                </a:solidFill>
                <a:latin typeface="Calibri"/>
              </a:rPr>
              <a:t>Identité et SSO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L’authentification s’appuie sur un référentiel central (annuaire LDAP ou IdP type Azure AD / Keycloak).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Le portail met en œuvre des standards de Single Sign-On : SAML2, OpenID Connect, OAuth2, permettant à l’utilisateur de s’authentifier une fois et d’accéder à plusieurs applications. 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PlaceHolder 1"/>
          <p:cNvSpPr>
            <a:spLocks noGrp="1"/>
          </p:cNvSpPr>
          <p:nvPr>
            <p:ph type="title"/>
          </p:nvPr>
        </p:nvSpPr>
        <p:spPr>
          <a:xfrm>
            <a:off x="1090800" y="678960"/>
            <a:ext cx="8508960" cy="909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Modes d’intégration d’applications et de contenus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800" spc="-1" strike="noStrike">
                <a:solidFill>
                  <a:srgbClr val="1511ac"/>
                </a:solidFill>
                <a:latin typeface="Calibri"/>
              </a:rPr>
              <a:t>Applications intégrées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 dans le portail (modules / portlets / remote apps) développées selon le modèle technique de la plate-forme.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800" spc="-1" strike="noStrike">
                <a:solidFill>
                  <a:srgbClr val="1511ac"/>
                </a:solidFill>
                <a:latin typeface="Calibri"/>
              </a:rPr>
              <a:t>Intégration légère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liens vers des applications externes,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iframes ou widgets intégrés dans les pages,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flux RSS/Atom pour remonter des actualités ou contenus éditoriaux.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800" spc="-1" strike="noStrike">
                <a:solidFill>
                  <a:srgbClr val="1511ac"/>
                </a:solidFill>
                <a:latin typeface="Calibri"/>
              </a:rPr>
              <a:t>Intégration par APIs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consommation ou exposition de services REST/JSON pour échanger des données avec des applications métier, ERP, CRM, etc.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sécurisation via OAuth2 lorsque les APIs sont exposées à des applications externes. 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Positionnement de Liferay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800" spc="-1" strike="noStrike">
                <a:solidFill>
                  <a:srgbClr val="1511ac"/>
                </a:solidFill>
                <a:latin typeface="Calibri"/>
              </a:rPr>
              <a:t>Liferay DXP (édition entreprise)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 : plate-forme commerciale avec support, mises à jour contrôlées et fonctionnalités avancées (notamment Commerce et certains connecteurs). 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800" spc="-1" strike="noStrike">
                <a:solidFill>
                  <a:srgbClr val="1511ac"/>
                </a:solidFill>
                <a:latin typeface="Calibri"/>
              </a:rPr>
              <a:t>Liferay Portal CE (Community Edition)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 : édition communautaire libre (LGPL), adaptée aux projets moins critiques ou aux phases d’étude. 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Dans les deux cas, Liferay fournit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un noyau portail,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des fonctionnalités CMS,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des fonctions de collaboration et de gestion d’accès,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des APIs headless pour l’intégration avec des applications externes.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PlaceHolder 1"/>
          <p:cNvSpPr>
            <a:spLocks noGrp="1"/>
          </p:cNvSpPr>
          <p:nvPr>
            <p:ph type="title"/>
          </p:nvPr>
        </p:nvSpPr>
        <p:spPr>
          <a:xfrm>
            <a:off x="1090800" y="660600"/>
            <a:ext cx="850896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Liferay comme CMS et plate-forme collaborative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000" spc="-1" strike="noStrike">
                <a:solidFill>
                  <a:srgbClr val="090b5e"/>
                </a:solidFill>
                <a:latin typeface="Calibri"/>
              </a:rPr>
              <a:t>CMS intégré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gestion des pages, des gabarits, des contenus web,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workflow éditorial, staging, planification de publication,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taxonomies, tags, segmentation. 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000" spc="-1" strike="noStrike">
                <a:solidFill>
                  <a:srgbClr val="090b5e"/>
                </a:solidFill>
                <a:latin typeface="Calibri"/>
              </a:rPr>
              <a:t>Collaboration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blogs, wikis, forums, agendas, bibliothèque documentaire,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communautés internes ou externes,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fonctionnalités sociales (suivi, notifications, commentaires).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Liferay comme plate-forme d’intégration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Liferay joue le rôle de couche d’exposition des données et services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200" spc="-1" strike="noStrike">
                <a:solidFill>
                  <a:srgbClr val="090b5e"/>
                </a:solidFill>
                <a:latin typeface="Calibri"/>
              </a:rPr>
              <a:t>APIs REST headless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 pour la plupart des fonctionnalités standard. 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200" spc="-1" strike="noStrike">
                <a:solidFill>
                  <a:srgbClr val="090b5e"/>
                </a:solidFill>
                <a:latin typeface="Calibri"/>
              </a:rPr>
              <a:t>Connecteurs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 et intégrations avec des systèmes tiers (ERP, CRM, GED, moteurs de recherche).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La recherche full-text s’appuie sur Elasticsearch / OpenSearch avec indexation des contenus, documents et données applicatives.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Liferay pour les développeurs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Modèle de développement basé sur des </a:t>
            </a:r>
            <a:r>
              <a:rPr b="1" lang="fr-FR" sz="1800" spc="-1" strike="noStrike">
                <a:solidFill>
                  <a:srgbClr val="1511ac"/>
                </a:solidFill>
                <a:latin typeface="Calibri"/>
              </a:rPr>
              <a:t>modules OSGi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modules MVC portlet,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modules Service Builder pour la couche de services,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modules REST Builder pour exposer des APIs headless. 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Couche présentation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taglibs Liferay + AlloyUI + Clay pour l’interface,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Remote Apps (React/Angular…) pour des applications full-JS.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Extension et personnalisation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Configuration par modules, thèmes, fragment modules,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Intégration SSO (SAML, OIDC) et sécurisation OAuth2 pour les APIs.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Introduction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Panorama Liferay DXP / Portal 7.4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Installation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Site, pages, navigation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  <a:ea typeface="Noto Sans CJK SC"/>
              </a:rPr>
              <a:t>CMS : web content, templates, documents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Pré-requis pour l’installation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543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7222"/>
          </a:bodyPr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000" spc="-1" strike="noStrike">
                <a:solidFill>
                  <a:srgbClr val="000000"/>
                </a:solidFill>
                <a:latin typeface="Calibri"/>
              </a:rPr>
              <a:t>Système d’exploitation :  Linux, Windows, macOS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Minimum recommandé : 2 CPU, 4 Go RAM (8 Go recommandé pour production), 10 Go disque libre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000" spc="-1" strike="noStrike">
                <a:solidFill>
                  <a:srgbClr val="000000"/>
                </a:solidFill>
                <a:latin typeface="Calibri"/>
              </a:rPr>
              <a:t>Java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JDK17 ou 21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Variable d’environnement : JAVA_HOME correctement configurée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864000" indent="0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lang="fr-FR" sz="2000" spc="-1" strike="noStrike">
                <a:solidFill>
                  <a:srgbClr val="000000"/>
                </a:solidFill>
                <a:latin typeface="Calibri"/>
              </a:rPr>
              <a:t>Base de données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MySQL / MariaDB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PostgreSQL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Oracle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SQL Server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Embedded HSQLDB disponible uniquement pour tests / dev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864000" indent="0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lang="fr-FR" sz="2000" spc="-1" strike="noStrike">
                <a:solidFill>
                  <a:srgbClr val="000000"/>
                </a:solidFill>
                <a:latin typeface="Calibri"/>
              </a:rPr>
              <a:t>Préparer la base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Créer un utilisateur dédié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Accorder droits CREATE / UPDATE / DELETE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Télécharger et installer un bundle Liferay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PlaceHolder 2"/>
          <p:cNvSpPr>
            <a:spLocks noGrp="1"/>
          </p:cNvSpPr>
          <p:nvPr>
            <p:ph/>
          </p:nvPr>
        </p:nvSpPr>
        <p:spPr>
          <a:xfrm>
            <a:off x="456480" y="1767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Télécharger le bundle Liferay 7.4 Tomcat (DXP ou Portal CE) depuis le site officiel.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Décompresser l’archive dans un répertoire dédié, qui devient le Liferay Home.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Vérifier la variable d’environnement JAVA_HOME et le chemin du JDK.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Structure de Liferay Home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6666"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Le dossier racine contient notamment :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600" spc="-1" strike="noStrike">
                <a:solidFill>
                  <a:srgbClr val="1511ac"/>
                </a:solidFill>
                <a:latin typeface="Calibri"/>
              </a:rPr>
              <a:t>data</a:t>
            </a: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 : données persistées par Liferay (documents, configuration, éventuelle base de démonstration) ;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600" spc="-1" strike="noStrike">
                <a:solidFill>
                  <a:srgbClr val="1511ac"/>
                </a:solidFill>
                <a:latin typeface="Calibri"/>
              </a:rPr>
              <a:t>deploy</a:t>
            </a: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 : répertoire pour le déploiement automatique de modules/LPKG ;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600" spc="-1" strike="noStrike">
                <a:solidFill>
                  <a:srgbClr val="1511ac"/>
                </a:solidFill>
                <a:latin typeface="Calibri"/>
              </a:rPr>
              <a:t>logs</a:t>
            </a: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 : journaux applicatifs ;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600" spc="-1" strike="noStrike">
                <a:solidFill>
                  <a:srgbClr val="1511ac"/>
                </a:solidFill>
                <a:latin typeface="Calibri"/>
              </a:rPr>
              <a:t>osgi</a:t>
            </a: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 : modules standard et extensions déployées.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Cette structure est commune quel que soit le serveur applicatif sous-jacent.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Démarrage et assistant de configuration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Lancer le serveur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sous Linux : </a:t>
            </a:r>
            <a:r>
              <a:rPr b="1" i="1" lang="fr-FR" sz="2000" spc="-1" strike="noStrike">
                <a:solidFill>
                  <a:srgbClr val="1511ac"/>
                </a:solidFill>
                <a:latin typeface="Calibri"/>
              </a:rPr>
              <a:t>./tomcat-*/bin/startup.sh,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sous Windows : </a:t>
            </a:r>
            <a:r>
              <a:rPr b="1" i="1" lang="fr-FR" sz="2000" spc="-1" strike="noStrike">
                <a:solidFill>
                  <a:srgbClr val="1511ac"/>
                </a:solidFill>
                <a:latin typeface="Calibri"/>
              </a:rPr>
              <a:t>tomcat-*\bin\startup.bat.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Accès au portail via http://localhost:8080.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À la première connexion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choix de la langue et du nom du portail ;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création du compte administrateur ;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configuration de la base de données (base embarquée pour les TPs ou base dédiée de développement).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Alternative Docker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Liferay fournit des images Docker facilitant l’installation en environnement isolé.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Intérêt :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Reproductibilité de l’environnement ;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Gestion simplifiée pour les ateliers lorsqu’un moteur Docker est disponible.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"/>
          <p:cNvSpPr/>
          <p:nvPr/>
        </p:nvSpPr>
        <p:spPr>
          <a:xfrm>
            <a:off x="540000" y="6840000"/>
            <a:ext cx="3260160" cy="42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</a:rPr>
              <a:t>Atelier 1 : Installation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Introduction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Panorama Liferay DXP / Portal 7.4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Installation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Site, pages, navigation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  <a:ea typeface="Noto Sans CJK SC"/>
              </a:rPr>
              <a:t>CMS : web content, templates, documents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Company (Instance Liferay)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PlaceHolder 2"/>
          <p:cNvSpPr>
            <a:spLocks noGrp="1"/>
          </p:cNvSpPr>
          <p:nvPr>
            <p:ph/>
          </p:nvPr>
        </p:nvSpPr>
        <p:spPr>
          <a:xfrm>
            <a:off x="534600" y="2091960"/>
            <a:ext cx="9622440" cy="438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3333" lnSpcReduction="10000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Une </a:t>
            </a:r>
            <a:r>
              <a:rPr b="1" lang="fr-FR" sz="3200" spc="-1" strike="noStrike">
                <a:solidFill>
                  <a:srgbClr val="1a2fad"/>
                </a:solidFill>
                <a:latin typeface="Arial"/>
              </a:rPr>
              <a:t>Company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représente une instance Liferay (tenant)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point d’entrée du portail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périmètre de sécurité et de configuration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racine de tous les sites, utilisateurs et rôles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Un serveur Liferay peut héberger plusieurs </a:t>
            </a:r>
            <a:r>
              <a:rPr b="0" i="1" lang="fr-FR" sz="3200" spc="-1" strike="noStrike">
                <a:solidFill>
                  <a:srgbClr val="000000"/>
                </a:solidFill>
                <a:latin typeface="Arial"/>
              </a:rPr>
              <a:t>Company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, mais dans la majorité des projets :</a:t>
            </a:r>
            <a:br>
              <a:rPr sz="3200"/>
            </a:b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1 serveur = 1 Company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Rôle de la Company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PlaceHolder 2"/>
          <p:cNvSpPr>
            <a:spLocks noGrp="1"/>
          </p:cNvSpPr>
          <p:nvPr>
            <p:ph/>
          </p:nvPr>
        </p:nvSpPr>
        <p:spPr>
          <a:xfrm>
            <a:off x="534600" y="1989720"/>
            <a:ext cx="9622440" cy="502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8333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4800" spc="-1" strike="noStrike">
                <a:solidFill>
                  <a:srgbClr val="000000"/>
                </a:solidFill>
                <a:latin typeface="Arial"/>
              </a:rPr>
              <a:t>Définit :</a:t>
            </a:r>
            <a:endParaRPr b="0" lang="fr-FR" sz="4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le site par défaut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le nom du portail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les paramètres globaux (authentification, sécurité, timeout…)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4800" spc="-1" strike="noStrike">
                <a:solidFill>
                  <a:srgbClr val="000000"/>
                </a:solidFill>
                <a:latin typeface="Arial"/>
              </a:rPr>
              <a:t>Contient :</a:t>
            </a:r>
            <a:endParaRPr b="0" lang="fr-FR" sz="4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les utilisateurs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les sites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les rôles globaux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  <a:p>
            <a:pPr marL="864000" indent="0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4800" spc="-1" strike="noStrike">
                <a:solidFill>
                  <a:srgbClr val="000000"/>
                </a:solidFill>
                <a:latin typeface="Arial"/>
              </a:rPr>
              <a:t>Table : </a:t>
            </a:r>
            <a:r>
              <a:rPr b="1" i="1" lang="fr-FR" sz="4800" spc="-1" strike="noStrike">
                <a:solidFill>
                  <a:srgbClr val="1a2fad"/>
                </a:solidFill>
                <a:latin typeface="Arial"/>
              </a:rPr>
              <a:t>company</a:t>
            </a:r>
            <a:endParaRPr b="0" lang="fr-FR" sz="4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Utilisateurs dans Liferay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PlaceHolder 2"/>
          <p:cNvSpPr>
            <a:spLocks noGrp="1"/>
          </p:cNvSpPr>
          <p:nvPr>
            <p:ph/>
          </p:nvPr>
        </p:nvSpPr>
        <p:spPr>
          <a:xfrm>
            <a:off x="540000" y="2278080"/>
            <a:ext cx="9622440" cy="492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222"/>
          </a:bodyPr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Un utilisateur représente une personne accédant au portail.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appartient à une Company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peut être membre de plusieurs sites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se voit attribuer un ou plusieurs rôles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Utilisateur </a:t>
            </a:r>
            <a:r>
              <a:rPr b="1" lang="fr-FR" sz="3200" spc="-1" strike="noStrike">
                <a:solidFill>
                  <a:srgbClr val="1a2fad"/>
                </a:solidFill>
                <a:latin typeface="Arial"/>
              </a:rPr>
              <a:t>anonyme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non authentifié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accès aux pages publiques uniquement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Utilisateur </a:t>
            </a:r>
            <a:r>
              <a:rPr b="1" lang="fr-FR" sz="3200" spc="-1" strike="noStrike">
                <a:solidFill>
                  <a:srgbClr val="1a2fad"/>
                </a:solidFill>
                <a:latin typeface="Arial"/>
              </a:rPr>
              <a:t>authentifié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accès selon ses rôles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lang="fr-FR" sz="3200" spc="-1" strike="noStrike">
                <a:solidFill>
                  <a:srgbClr val="1a2fad"/>
                </a:solidFill>
                <a:latin typeface="Arial"/>
              </a:rPr>
              <a:t>Administrateur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gestion des sites, utilisateurs et configurations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Regroupement des utilisateurs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PlaceHolder 2"/>
          <p:cNvSpPr>
            <a:spLocks noGrp="1"/>
          </p:cNvSpPr>
          <p:nvPr>
            <p:ph/>
          </p:nvPr>
        </p:nvSpPr>
        <p:spPr>
          <a:xfrm>
            <a:off x="534600" y="1947960"/>
            <a:ext cx="9622440" cy="438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1111"/>
          </a:bodyPr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utilisateurs peuvent optionnellement être associés à 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Des </a:t>
            </a:r>
            <a:r>
              <a:rPr b="1" lang="fr-FR" sz="2800" spc="-1" strike="noStrike">
                <a:solidFill>
                  <a:srgbClr val="1a2fad"/>
                </a:solidFill>
                <a:latin typeface="Arial"/>
              </a:rPr>
              <a:t>organisations 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: structure hiérarchique métier 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Par exemple : Direction, Département, Filiale, Equipe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Peut contenir des utilisateurs ou des sous-organisation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Modélise l’entreprise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Des </a:t>
            </a:r>
            <a:r>
              <a:rPr b="1" lang="fr-FR" sz="2800" spc="-1" strike="noStrike">
                <a:solidFill>
                  <a:srgbClr val="1a2fad"/>
                </a:solidFill>
                <a:latin typeface="Arial"/>
              </a:rPr>
              <a:t>groupes 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: Un groupe transversal non hiérarchique 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Par exemple : Rédacteur, Chef de projet, etc..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Sert à affecter des rôles en masse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Simplifie la gestion des utilisateurs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Rôle et permissions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PlaceHolder 2"/>
          <p:cNvSpPr>
            <a:spLocks noGrp="1"/>
          </p:cNvSpPr>
          <p:nvPr>
            <p:ph/>
          </p:nvPr>
        </p:nvSpPr>
        <p:spPr>
          <a:xfrm>
            <a:off x="534600" y="1983960"/>
            <a:ext cx="9622440" cy="438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Un utilisateur n’a pas de droits en direct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droits sont toujours portés par des </a:t>
            </a:r>
            <a:r>
              <a:rPr b="1" lang="fr-FR" sz="3200" spc="-1" strike="noStrike">
                <a:solidFill>
                  <a:srgbClr val="1a2fad"/>
                </a:solidFill>
                <a:latin typeface="Arial"/>
              </a:rPr>
              <a:t>rôles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Un même utilisateur peut jouer plusieurs rôles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Un rôle est un ensemble de </a:t>
            </a:r>
            <a:r>
              <a:rPr b="1" lang="fr-FR" sz="3200" spc="-1" strike="noStrike">
                <a:solidFill>
                  <a:srgbClr val="1a2fad"/>
                </a:solidFill>
                <a:latin typeface="Arial"/>
              </a:rPr>
              <a:t>permissions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permissions définissent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Ce que l’on peut faire (voir, créer, modifier…)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Sur quoi (site, page, contenu, application)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Principaux types de rôles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0" name="PlaceHolder 2"/>
          <p:cNvSpPr>
            <a:spLocks noGrp="1"/>
          </p:cNvSpPr>
          <p:nvPr>
            <p:ph/>
          </p:nvPr>
        </p:nvSpPr>
        <p:spPr>
          <a:xfrm>
            <a:off x="534600" y="1947960"/>
            <a:ext cx="9622440" cy="5251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8888"/>
          </a:bodyPr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L’interface Liferay distingue plusieurs types de rôles, chacun avec une portée précise.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Rôles </a:t>
            </a:r>
            <a:r>
              <a:rPr b="1" lang="fr-FR" sz="3200" spc="-1" strike="noStrike">
                <a:solidFill>
                  <a:srgbClr val="1a2fad"/>
                </a:solidFill>
                <a:latin typeface="Arial"/>
              </a:rPr>
              <a:t>réguliers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(Regular Roles)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Portée : Globale à la Company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Usage : Accès à l’administration, Accès transversal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Rôles de </a:t>
            </a:r>
            <a:r>
              <a:rPr b="1" lang="fr-FR" sz="3200" spc="-1" strike="noStrike">
                <a:solidFill>
                  <a:srgbClr val="1a2fad"/>
                </a:solidFill>
                <a:latin typeface="Arial"/>
              </a:rPr>
              <a:t>site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(Site Roles)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Portée : Limitée à un site donné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Usage : Droits sur les pages, contenus, staging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Exemples : Administrateur de site, Éditeur, Contributeur, Membre du site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Rôles </a:t>
            </a:r>
            <a:r>
              <a:rPr b="1" lang="fr-FR" sz="3200" spc="-1" strike="noStrike">
                <a:solidFill>
                  <a:srgbClr val="1a2fad"/>
                </a:solidFill>
                <a:latin typeface="Arial"/>
              </a:rPr>
              <a:t>d’organisation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(Organization Roles)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Portée : Limitée à une organisation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Usage : Gestion des utilisateurs d’une entité métier, Délégation administrative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Exemple : Administrateur d’organisation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sites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9999" lnSpcReduction="10000"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Un </a:t>
            </a:r>
            <a:r>
              <a:rPr b="1" lang="fr-FR" sz="2800" spc="-1" strike="noStrike">
                <a:solidFill>
                  <a:srgbClr val="1a2fad"/>
                </a:solidFill>
                <a:latin typeface="Calibri"/>
              </a:rPr>
              <a:t>site</a:t>
            </a: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 Liferay est un espace fonctionnel autonome qui regroupe des pages, des contenus et des utilisateurs, avec ses propres règles d’accès et de publication.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Structure le portail en domaines fonctionnels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Sépare espaces publics et privés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Gère le multilingue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Définit des équipes locales, incluant des attributions (rôles)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Accueille des contenus spécifiques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Types de Sites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89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100" spc="-1" strike="noStrike">
                <a:solidFill>
                  <a:srgbClr val="090b5e"/>
                </a:solidFill>
                <a:latin typeface="Calibri"/>
              </a:rPr>
              <a:t>Sites Publics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Visibles par tous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Pages publiques / navigation publique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100" spc="-1" strike="noStrike">
                <a:solidFill>
                  <a:srgbClr val="090b5e"/>
                </a:solidFill>
                <a:latin typeface="Calibri"/>
              </a:rPr>
              <a:t>Sites Privés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Accessibles seulement à un sous-ensemble d’utilisateurs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100" spc="-1" strike="noStrike">
                <a:solidFill>
                  <a:srgbClr val="090b5e"/>
                </a:solidFill>
                <a:latin typeface="Calibri"/>
              </a:rPr>
              <a:t>Site Global (Global Group)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Contenus transverses, tags globaux, documents partagés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100" spc="-1" strike="noStrike">
                <a:solidFill>
                  <a:srgbClr val="090b5e"/>
                </a:solidFill>
                <a:latin typeface="Calibri"/>
              </a:rPr>
              <a:t>Sites Organisationnels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Liés aux structures hiérarchiques de l’entreprise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Tables BD d’un Site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507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600" spc="-1" strike="noStrike">
                <a:solidFill>
                  <a:srgbClr val="1511ac"/>
                </a:solidFill>
                <a:latin typeface="Calibri"/>
              </a:rPr>
              <a:t>Table Group_</a:t>
            </a: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: </a:t>
            </a:r>
            <a:br>
              <a:rPr sz="1600"/>
            </a:b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Représente un </a:t>
            </a:r>
            <a:r>
              <a:rPr b="1" lang="fr-FR" sz="1600" spc="-1" strike="noStrike">
                <a:solidFill>
                  <a:srgbClr val="090b5e"/>
                </a:solidFill>
                <a:latin typeface="Calibri"/>
              </a:rPr>
              <a:t>site, un espace, une communauté ou une organisation</a:t>
            </a: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. La colonne classNameId + le champ type permettent d’identifier qu’il s’agit d’un Site.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600" spc="-1" strike="noStrike">
                <a:solidFill>
                  <a:srgbClr val="1511ac"/>
                </a:solidFill>
                <a:latin typeface="Calibri"/>
              </a:rPr>
              <a:t>Table Layout</a:t>
            </a: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 : Chaque entrée correspond à une </a:t>
            </a:r>
            <a:r>
              <a:rPr b="1" lang="fr-FR" sz="1600" spc="-1" strike="noStrike">
                <a:solidFill>
                  <a:srgbClr val="090b5e"/>
                </a:solidFill>
                <a:latin typeface="Calibri"/>
              </a:rPr>
              <a:t>page (publique ou privée)</a:t>
            </a: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. Contient les informations structurelles : URL, template, widgets placés, hiérarchie…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600" spc="-1" strike="noStrike">
                <a:solidFill>
                  <a:srgbClr val="1511ac"/>
                </a:solidFill>
                <a:latin typeface="Calibri"/>
              </a:rPr>
              <a:t>Table LayoutSet</a:t>
            </a: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 : Définit </a:t>
            </a:r>
            <a:r>
              <a:rPr b="1" lang="fr-FR" sz="1600" spc="-1" strike="noStrike">
                <a:solidFill>
                  <a:srgbClr val="090b5e"/>
                </a:solidFill>
                <a:latin typeface="Calibri"/>
              </a:rPr>
              <a:t>un ensemble de pages publiques ou privées pour un site</a:t>
            </a: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. Stocke aussi le thème, le look &amp; feel, les paramètres globaux du page set.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600" spc="-1" strike="noStrike">
                <a:solidFill>
                  <a:srgbClr val="1511ac"/>
                </a:solidFill>
                <a:latin typeface="Calibri"/>
              </a:rPr>
              <a:t>Table JournalArticle</a:t>
            </a: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 : Stocke les </a:t>
            </a:r>
            <a:r>
              <a:rPr b="1" lang="fr-FR" sz="1600" spc="-1" strike="noStrike">
                <a:solidFill>
                  <a:srgbClr val="090b5e"/>
                </a:solidFill>
                <a:latin typeface="Calibri"/>
              </a:rPr>
              <a:t>Web Contents (articles CMS)</a:t>
            </a: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. Contient le XML/JSON du contenu + métadonnées.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600" spc="-1" strike="noStrike">
                <a:solidFill>
                  <a:srgbClr val="1511ac"/>
                </a:solidFill>
                <a:latin typeface="Calibri"/>
                <a:ea typeface="Noto Sans CJK SC"/>
              </a:rPr>
              <a:t>Table DLFileEntry</a:t>
            </a:r>
            <a:r>
              <a:rPr b="0" lang="fr-FR" sz="1600" spc="-1" strike="noStrike">
                <a:solidFill>
                  <a:srgbClr val="000000"/>
                </a:solidFill>
                <a:latin typeface="Calibri"/>
                <a:ea typeface="Noto Sans CJK SC"/>
              </a:rPr>
              <a:t> : Chaque ligne = un document avec ses métadonnées, versions liées, fichiers binaires en stockage. 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  <a:ea typeface="Noto Sans CJK SC"/>
              </a:rPr>
              <a:t>Comprendre ces tables aide à diagnostiquer les erreurs (pages corrompues, URLs cassées, droits incohérents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Master Pages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5071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7222" lnSpcReduction="10000"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Comparable à un “</a:t>
            </a:r>
            <a:r>
              <a:rPr b="1" lang="fr-FR" sz="2100" spc="-1" strike="noStrike">
                <a:solidFill>
                  <a:srgbClr val="090b5e"/>
                </a:solidFill>
                <a:latin typeface="Calibri"/>
              </a:rPr>
              <a:t>gabarit</a:t>
            </a: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”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En-tête commun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Pied de page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Éléments répétés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Structure globale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Utilisée pour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Harmoniser plusieurs pages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Déléguer aux équipes métiers la création des pages sans toucher au template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On démarre avec une Master Page : Page vierge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Lors de la création de la page on choisit son gabarit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Création via le menu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1" i="1" lang="fr-FR" sz="2100" spc="-1" strike="noStrike">
                <a:solidFill>
                  <a:srgbClr val="c9211e"/>
                </a:solidFill>
                <a:latin typeface="Calibri"/>
              </a:rPr>
              <a:t>Conception – Modèles de pages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Pages de contenu dans Liferay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507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090b5e"/>
                </a:solidFill>
                <a:latin typeface="Calibri"/>
              </a:rPr>
              <a:t>Widget Pages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Pages historiques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Contiennent des portlets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Mise en page via colonnes / layout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Extrêmement flexibles pour du développement custom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= &gt; Idéal pour les pages dynamiques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090b5e"/>
                </a:solidFill>
                <a:latin typeface="Calibri"/>
              </a:rPr>
              <a:t>Content Pages 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Pages créées avec l’éditeur visuel (React)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Basées sur les fragments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Responsive natif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Pas de portlets par défaut (mais portlets utilisables via fragments portlets)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= &gt; Idéal pour les pages de contenu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Widget Pages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507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Les </a:t>
            </a:r>
            <a:r>
              <a:rPr b="1" lang="fr-FR" sz="2200" spc="-1" strike="noStrike">
                <a:solidFill>
                  <a:srgbClr val="090b5e"/>
                </a:solidFill>
                <a:latin typeface="Calibri"/>
              </a:rPr>
              <a:t>Widget Pages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 sont le modèle historique de Liferay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Basées sur des portlets (applications)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Mise en page via layouts en colonnes (1, 2, 3 colonnes, etc.)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Chaque zone de la page accueille une ou plusieurs portlets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Adaptées aux applications métier et écrans riches (portlets custom, listes, formulaires)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Compatibles avec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permissions fines par portlet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configuration par instance (préférences portlet)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personnalisation utilisateur (ajout/retrait de portlets si autorisé)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Content Pages : avantages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Éditeur visuel riche : drag &amp; drop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Aucune compétence technique nécessaire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Reposent sur des fragments réutilisables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Personnalisation par audience (segments)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Intégration des contenus web, media, formulaires Liferay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Recommandé pour les sites CMS modernes.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864000"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4000" spc="-1" strike="noStrike">
                <a:solidFill>
                  <a:srgbClr val="000000"/>
                </a:solidFill>
                <a:latin typeface="Arial"/>
              </a:rPr>
              <a:t>Structure des pages dans Liferay</a:t>
            </a:r>
            <a:endParaRPr b="0" lang="fr-FR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Une page est définie par :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une Friendly URL (ex : /actualites)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un layout (1 colonne, 2 colonnes, vide…)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une template de base (master page)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des permissions propres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Friendly URLs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8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Chaque page possède une URL lisible. Exemples :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i="1" lang="fr-FR" sz="1600" spc="-1" strike="noStrike">
                <a:solidFill>
                  <a:srgbClr val="000000"/>
                </a:solidFill>
                <a:latin typeface="Calibri"/>
              </a:rPr>
              <a:t>/produits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i="1" lang="fr-FR" sz="1600" spc="-1" strike="noStrike">
                <a:solidFill>
                  <a:srgbClr val="000000"/>
                </a:solidFill>
                <a:latin typeface="Calibri"/>
              </a:rPr>
              <a:t>/contact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i="1" lang="fr-FR" sz="1600" spc="-1" strike="noStrike">
                <a:solidFill>
                  <a:srgbClr val="000000"/>
                </a:solidFill>
                <a:latin typeface="Calibri"/>
              </a:rPr>
              <a:t>/a-propos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Caractéristiques :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Automatiques mais modifiables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Déclinables par langue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Influencent le SEO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Uniques dans leur ensemble (public ou privé)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Arial"/>
              </a:rPr>
              <a:t>Display Pages (Pages de présentation)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507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3333"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Les </a:t>
            </a:r>
            <a:r>
              <a:rPr b="1" lang="fr-FR" sz="3200" spc="-1" strike="noStrike">
                <a:solidFill>
                  <a:srgbClr val="090b5e"/>
                </a:solidFill>
                <a:latin typeface="Calibri"/>
              </a:rPr>
              <a:t>display pages</a:t>
            </a: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 servent à afficher un contenu individuel (ex : un article de blog, un événement, une actualité).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Elles sont reliées à une structure de contenu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Sélectionnées automatiquement par Asset Publisher ou widgets équivalents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Permettent un site complètement headless-friendly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1" i="1" lang="fr-FR" sz="2400" spc="-1" strike="noStrike">
                <a:solidFill>
                  <a:srgbClr val="c9211e"/>
                </a:solidFill>
                <a:latin typeface="Calibri"/>
              </a:rPr>
              <a:t>Conception – Modèles de page – Modèles de page d’affichage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Redirections et gestion avancée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Possibilités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Redirection vers une URL externe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Redirection vers une autre page du portail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Redirection conditionnelle (Audience Targeting)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Masquer la page dans le menu tout en la laissant accessible via son URL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1" i="1" lang="fr-FR" sz="2000" spc="-1" strike="noStrike">
                <a:solidFill>
                  <a:srgbClr val="c9211e"/>
                </a:solidFill>
                <a:latin typeface="Calibri"/>
              </a:rPr>
              <a:t>Nouvelle Page – URL ou Lien vers une page interne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4000" spc="-1" strike="noStrike">
                <a:solidFill>
                  <a:srgbClr val="000000"/>
                </a:solidFill>
                <a:latin typeface="Arial"/>
              </a:rPr>
              <a:t>Navigation dans un Site</a:t>
            </a:r>
            <a:endParaRPr b="0" lang="fr-FR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8888" lnSpcReduction="10000"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La navigation repose sur :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La hiérarchie des pages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La visibilité des pages (public/privé, permissions)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Les menus de navigation configurables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Les “friendly URLs”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Gestion de la hiérarchie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8333" lnSpcReduction="20000"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Dans l’UI : </a:t>
            </a:r>
            <a:r>
              <a:rPr b="1" i="1" lang="fr-FR" sz="2800" spc="-1" strike="noStrike">
                <a:solidFill>
                  <a:srgbClr val="c9211e"/>
                </a:solidFill>
                <a:latin typeface="Calibri"/>
              </a:rPr>
              <a:t>Créateur de site – Page de site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Glisser-déposer une page pour changer sa position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Créer des sous-pages pour organiser l'information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Utiliser des pages “conteneurs” non affichées pour structurer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Bonne pratique : Ne jamais créer des dizaines de pages à la racine : segmenter !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Permissions sur les pages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Chaque page peut définir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Qui peut voir la page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Qui peut modifier la page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Qui peut ajouter des sous-pages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Qui peut gérer les applications / fragments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Les </a:t>
            </a:r>
            <a:r>
              <a:rPr b="1" lang="fr-FR" sz="2000" spc="-1" strike="noStrike">
                <a:solidFill>
                  <a:srgbClr val="090b5e"/>
                </a:solidFill>
                <a:latin typeface="Calibri"/>
              </a:rPr>
              <a:t>permissions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 sont gérées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au niveau site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au niveau page individuelle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via rôles généraux ou rôles de site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Menus de navigation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5431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Deux possibilités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1" lang="fr-FR" sz="2000" spc="-1" strike="noStrike">
                <a:solidFill>
                  <a:srgbClr val="090b5e"/>
                </a:solidFill>
                <a:latin typeface="Calibri"/>
              </a:rPr>
              <a:t>1. Navigation automatique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Basée sur l’arborescence des pages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Recommandée pour sites simples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1" lang="fr-FR" sz="2000" spc="-1" strike="noStrike">
                <a:solidFill>
                  <a:srgbClr val="090b5e"/>
                </a:solidFill>
                <a:latin typeface="Calibri"/>
              </a:rPr>
              <a:t>2. Navigation manuelle  </a:t>
            </a:r>
            <a:r>
              <a:rPr b="1" i="1" lang="fr-FR" sz="2000" spc="-1" strike="noStrike">
                <a:solidFill>
                  <a:srgbClr val="c9211e"/>
                </a:solidFill>
                <a:latin typeface="Calibri"/>
              </a:rPr>
              <a:t>Créateur de site – Menu de navigation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Menus personnalisés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Possibilité de mélanger pages, URLs externes, catégories CMS, etc.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Les menus sont affichés via un fragment de navigation ou un widget Navigation Menu souvent placé dans une Master Page (header)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Organisation recommandée d’un Site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Pour un projet d’entreprise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1 site principal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1 site “documentation / DM” si volumétrique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Pages limitées et hiérarchisées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Master pages pour tout le site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Display pages pour tous les contenus importants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Portlets seulement si besoin métier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Éviter les pièges 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Trop de pages à la racine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Navigation manuelle pour tout → maintenance lourde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Master pages complexes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Mélanger Content Pages et Widget Pages sans logique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"/>
          <p:cNvSpPr/>
          <p:nvPr/>
        </p:nvSpPr>
        <p:spPr>
          <a:xfrm>
            <a:off x="612000" y="6840000"/>
            <a:ext cx="3260160" cy="42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</a:rPr>
              <a:t>Atelier 2 : Site, Page, Navigation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Introduction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Panorama Liferay DXP / Portal 7.4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Installation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Site, pages, navigation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CMS : web content, templates, documents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 CMS de Liferay : un socle central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5251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Le CMS intégré permet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La gestion de contenus multilingues</a:t>
            </a:r>
            <a:br>
              <a:rPr sz="2200"/>
            </a:b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1" i="1" lang="fr-FR" sz="2200" spc="-1" strike="noStrike">
                <a:solidFill>
                  <a:srgbClr val="c9211e"/>
                </a:solidFill>
                <a:latin typeface="Calibri"/>
              </a:rPr>
              <a:t>Site Settings → Languages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La création de contenus structurés via </a:t>
            </a:r>
            <a:r>
              <a:rPr b="0" i="1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Structures &amp; Templates</a:t>
            </a:r>
            <a:br>
              <a:rPr sz="2200"/>
            </a:br>
            <a:r>
              <a:rPr b="1" i="1" lang="fr-FR" sz="2200" spc="-1" strike="noStrike">
                <a:solidFill>
                  <a:srgbClr val="c9211e"/>
                </a:solidFill>
                <a:latin typeface="Calibri"/>
                <a:ea typeface="Noto Sans CJK SC"/>
              </a:rPr>
              <a:t>Contenu  → Contenu Web  → Structure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La gestion documentaire (DM)</a:t>
            </a:r>
            <a:br>
              <a:rPr sz="2200"/>
            </a:br>
            <a:r>
              <a:rPr b="1" i="1" lang="fr-FR" sz="2200" spc="-1" strike="noStrike">
                <a:solidFill>
                  <a:srgbClr val="c9211e"/>
                </a:solidFill>
                <a:latin typeface="Calibri"/>
                <a:ea typeface="Noto Sans CJK SC"/>
              </a:rPr>
              <a:t>Contenu  → Document et média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L’organisation de l’information grâce à la taxonomie (tags / catégories)</a:t>
            </a:r>
            <a:br>
              <a:rPr sz="2200"/>
            </a:br>
            <a:r>
              <a:rPr b="1" i="1" lang="fr-FR" sz="2200" spc="-1" strike="noStrike">
                <a:solidFill>
                  <a:srgbClr val="c9211e"/>
                </a:solidFill>
                <a:latin typeface="Calibri"/>
                <a:ea typeface="Noto Sans CJK SC"/>
              </a:rPr>
              <a:t>Catégorisation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La publication dynamique (Asset Publisher, Fragments, Display Pages)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L'intégration workflow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Liferay est à la fois un CMS et un framework applicatif.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Architecture CMS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891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3333"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Un contenu publié dans Liferay peut être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Un contenu Web (article HTML, texte, actualité…)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  <a:ea typeface="Noto Sans CJK SC"/>
              </a:rPr>
              <a:t>Un contenu structuré : Structure + Template 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  <a:ea typeface="Noto Sans CJK SC"/>
              </a:rPr>
              <a:t>Un Document &amp; Media File (image, PDF, vidéo)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  <a:ea typeface="Noto Sans CJK SC"/>
              </a:rPr>
              <a:t>Un Asset personnalisé (ex : Event, produit…)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43200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  <a:ea typeface="Noto Sans CJK SC"/>
              </a:rPr>
              <a:t>Tous ces éléments sont des </a:t>
            </a:r>
            <a:r>
              <a:rPr b="1" lang="fr-FR" sz="2100" spc="-1" strike="noStrike">
                <a:solidFill>
                  <a:srgbClr val="090b5e"/>
                </a:solidFill>
                <a:latin typeface="Calibri"/>
                <a:ea typeface="Noto Sans CJK SC"/>
              </a:rPr>
              <a:t>Assets</a:t>
            </a:r>
            <a:r>
              <a:rPr b="0" lang="fr-FR" sz="2100" spc="-1" strike="noStrike">
                <a:solidFill>
                  <a:srgbClr val="000000"/>
                </a:solidFill>
                <a:latin typeface="Calibri"/>
                <a:ea typeface="Noto Sans CJK SC"/>
              </a:rPr>
              <a:t>, réutilisables dans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  <a:ea typeface="Noto Sans CJK SC"/>
              </a:rPr>
              <a:t>Fragments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  <a:ea typeface="Noto Sans CJK SC"/>
              </a:rPr>
              <a:t>Widgets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  <a:ea typeface="Noto Sans CJK SC"/>
              </a:rPr>
              <a:t>Display Pages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  <a:ea typeface="Noto Sans CJK SC"/>
              </a:rPr>
              <a:t>Search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  <a:ea typeface="Noto Sans CJK SC"/>
              </a:rPr>
              <a:t>Asset Publisher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4200" spc="-1" strike="noStrike">
                <a:solidFill>
                  <a:srgbClr val="000000"/>
                </a:solidFill>
                <a:latin typeface="Arial"/>
              </a:rPr>
              <a:t>Web Content : définition</a:t>
            </a:r>
            <a:endParaRPr b="0" lang="fr-FR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8333" lnSpcReduction="10000"/>
          </a:bodyPr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Un </a:t>
            </a:r>
            <a:r>
              <a:rPr b="1" lang="fr-FR" sz="2400" spc="-1" strike="noStrike">
                <a:solidFill>
                  <a:srgbClr val="090b5e"/>
                </a:solidFill>
                <a:latin typeface="Calibri"/>
              </a:rPr>
              <a:t>contenu web</a:t>
            </a: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 est un contenu textuel ou HTML pouvant contenir :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du texte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des images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des vidéos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des variables dynamiques (si structure)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de la mise en forme simple ou avancée (éditeur wysiwyg)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Il constitue l’unité de contenu principale dans un site Liferay.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Web Content : types et usages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5071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3333"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Utilisations classiques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Actualités / communiqués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Pages institutionnelles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Blocs éditoriaux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Contenu multilingue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Bannière /  snippet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43200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Stockage basé sur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Table </a:t>
            </a:r>
            <a:r>
              <a:rPr b="0" i="1" lang="fr-FR" sz="2200" spc="-1" strike="noStrike">
                <a:solidFill>
                  <a:srgbClr val="000000"/>
                </a:solidFill>
                <a:latin typeface="Calibri"/>
              </a:rPr>
              <a:t>JournalArticle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Versioning intégré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Workflow optionnel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Création d’un Web Content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5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89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Étapes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Aller dans </a:t>
            </a:r>
            <a:r>
              <a:rPr b="1" i="1" lang="fr-FR" sz="2000" spc="-1" strike="noStrike">
                <a:solidFill>
                  <a:srgbClr val="c9211e"/>
                </a:solidFill>
                <a:latin typeface="Calibri"/>
                <a:ea typeface="Noto Sans CJK SC"/>
              </a:rPr>
              <a:t>Site &gt; Contenu &gt; Web Content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Cliquer </a:t>
            </a:r>
            <a:r>
              <a:rPr b="1" i="1" lang="fr-FR" sz="2000" spc="-1" strike="noStrike">
                <a:solidFill>
                  <a:srgbClr val="c9211e"/>
                </a:solidFill>
                <a:latin typeface="Calibri"/>
                <a:ea typeface="Noto Sans CJK SC"/>
              </a:rPr>
              <a:t>Add &gt; Basic Web Content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Renseigner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Titre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Langues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Contenu (éditeur HTML)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Publier ou démarrer un workflow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Le contenu peut ensuite être affiché via un </a:t>
            </a:r>
            <a:r>
              <a:rPr b="0" i="1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fragment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 ou un </a:t>
            </a:r>
            <a:r>
              <a:rPr b="0" i="1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widget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.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4200" spc="-1" strike="noStrike">
                <a:solidFill>
                  <a:srgbClr val="000000"/>
                </a:solidFill>
                <a:latin typeface="Arial"/>
              </a:rPr>
              <a:t>Intégration d’un contenu dans une page</a:t>
            </a:r>
            <a:endParaRPr b="0" lang="fr-FR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7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5000"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Deux possibilités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1" lang="fr-FR" sz="2000" spc="-1" strike="noStrike">
                <a:solidFill>
                  <a:srgbClr val="090b5e"/>
                </a:solidFill>
                <a:latin typeface="Calibri"/>
              </a:rPr>
              <a:t>Widget “Web Content Display”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Sélection d’un contenu unique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Simple et direct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1" lang="fr-FR" sz="2000" spc="-1" strike="noStrike">
                <a:solidFill>
                  <a:srgbClr val="090b5e"/>
                </a:solidFill>
                <a:latin typeface="Calibri"/>
              </a:rPr>
              <a:t>Fragments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 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Utiliser un fragment “contenu web” dans une page de contenu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Choisir le contenu directement dans l’éditeur visuel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Mise en forme plus flexible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Approche moderne et responsive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4000" spc="-1" strike="noStrike">
                <a:solidFill>
                  <a:srgbClr val="000000"/>
                </a:solidFill>
                <a:latin typeface="Arial"/>
              </a:rPr>
              <a:t>Structures </a:t>
            </a:r>
            <a:endParaRPr b="0" lang="fr-FR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9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Avantages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Séparer contenu et mise en forme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Éviter le HTML dans les contenus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Garantir l’homogénéité : toutes les actualités ont le même modèle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Publication automatisée via Asset Publisher ou Display Page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Réutilisation multi-sites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Multilingue propre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4000" spc="-1" strike="noStrike">
                <a:solidFill>
                  <a:srgbClr val="000000"/>
                </a:solidFill>
                <a:latin typeface="Arial"/>
              </a:rPr>
              <a:t>Structure : le modèle de données</a:t>
            </a:r>
            <a:endParaRPr b="0" lang="fr-FR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1134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Une structure définit les champs d’un contenu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134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134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Image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134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Date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134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Sélecteur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134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Géolocalisation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134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Liste dynamique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134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Rich Text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134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Champs répétés (repeatable fields)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134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Les structures sont stockées dans la table </a:t>
            </a:r>
            <a:r>
              <a:rPr b="0" i="1" lang="fr-FR" sz="1800" spc="-1" strike="noStrike">
                <a:solidFill>
                  <a:srgbClr val="000000"/>
                </a:solidFill>
                <a:latin typeface="Calibri"/>
              </a:rPr>
              <a:t>DDMStructure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134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Template : le rendu d’un contenu (FreeMarker)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Un template définit comment afficher le contenu dans un widget: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HTML + FTL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Accès aux champs via ${fieldName.getData()}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Mise en forme personnalisée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Intégration CSS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Conditionnels, boucles, formats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Les templates sont stockés dans la table </a:t>
            </a:r>
            <a:r>
              <a:rPr b="0" i="1" lang="fr-FR" sz="2100" spc="-1" strike="noStrike">
                <a:solidFill>
                  <a:srgbClr val="000000"/>
                </a:solidFill>
                <a:latin typeface="Calibri"/>
              </a:rPr>
              <a:t>DDMTemplate</a:t>
            </a: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.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Un template FreeMarker ne crée pas de page :</a:t>
            </a:r>
            <a:br>
              <a:rPr sz="2100"/>
            </a:b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il définit uniquement le rendu d’un contenu à l’intérieur d’un widget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Exemple structure + template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5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6666"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Structure “Actualité”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titre (text)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image (image)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résumé (text)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corps (rich text)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datePublication (date)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alibri"/>
              </a:rPr>
              <a:t>Template free marker: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&lt;h1&gt;${titre.getData()}&lt;/h1&gt;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&lt;img src="${image.getData()}" /&gt;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&lt;p class="summary"&gt;${resume.getData()}&lt;/p&gt;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&lt;div class="content"&gt;${corps.getData()}&lt;/div&gt;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&lt;small&gt;Publié le ${datePublication.getData()}&lt;/small&gt;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Publication automatisée via Display Page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5000" lnSpcReduction="10000"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Une structure peut être liée à un </a:t>
            </a:r>
            <a:r>
              <a:rPr b="1" lang="fr-FR" sz="2800" spc="-1" strike="noStrike">
                <a:solidFill>
                  <a:srgbClr val="090b5e"/>
                </a:solidFill>
                <a:latin typeface="Calibri"/>
              </a:rPr>
              <a:t>modèle de page d’affichage (Display Page) </a:t>
            </a: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: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L’utilisateur crée un contenu → il est automatiquement associé à une page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URL dédiée par contenu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Idéal pour blogs, actualités, produits, FAQ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Fragments de page = design flexible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La Display Page est une vraie page, construite avec des fragments, qui remplace avantageusement les templates FreeMarker pour l’affichage détaillé d’une structure.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PlaceHolder 1"/>
          <p:cNvSpPr>
            <a:spLocks noGrp="1"/>
          </p:cNvSpPr>
          <p:nvPr>
            <p:ph type="title"/>
          </p:nvPr>
        </p:nvSpPr>
        <p:spPr>
          <a:xfrm>
            <a:off x="1090800" y="566280"/>
            <a:ext cx="8508960" cy="113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000" spc="-1" strike="noStrike">
                <a:solidFill>
                  <a:srgbClr val="000000"/>
                </a:solidFill>
                <a:latin typeface="Arial"/>
              </a:rPr>
              <a:t>Structure, Template ou Display Page : quand utiliser quoi ?</a:t>
            </a:r>
            <a:endParaRPr b="0" lang="fr-FR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9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Définir les champs d’un contenu : </a:t>
            </a:r>
            <a:br>
              <a:rPr sz="3200"/>
            </a:br>
            <a:r>
              <a:rPr b="1" lang="fr-FR" sz="3200" spc="-1" strike="noStrike">
                <a:solidFill>
                  <a:srgbClr val="000000"/>
                </a:solidFill>
                <a:latin typeface="Arial"/>
              </a:rPr>
              <a:t>Structure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Rendu dans un widget (liste, bloc) :</a:t>
            </a:r>
            <a:br>
              <a:rPr sz="3200"/>
            </a:br>
            <a:r>
              <a:rPr b="1" lang="fr-FR" sz="3200" spc="-1" strike="noStrike">
                <a:solidFill>
                  <a:srgbClr val="000000"/>
                </a:solidFill>
                <a:latin typeface="Arial"/>
              </a:rPr>
              <a:t>Template FreeMarker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Page dédiée avec URL, SEO, navigation :</a:t>
            </a:r>
            <a:br>
              <a:rPr sz="3200"/>
            </a:br>
            <a:r>
              <a:rPr b="1" lang="fr-FR" sz="3200" spc="-1" strike="noStrike">
                <a:solidFill>
                  <a:srgbClr val="000000"/>
                </a:solidFill>
                <a:latin typeface="Arial"/>
              </a:rPr>
              <a:t>Display Page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Site moderne / CMS : </a:t>
            </a:r>
            <a:br>
              <a:rPr sz="3200"/>
            </a:br>
            <a:r>
              <a:rPr b="1" lang="fr-FR" sz="3200" spc="-1" strike="noStrike">
                <a:solidFill>
                  <a:srgbClr val="000000"/>
                </a:solidFill>
                <a:latin typeface="Arial"/>
              </a:rPr>
              <a:t>Structure + Display Page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4000" spc="-1" strike="noStrike">
                <a:solidFill>
                  <a:srgbClr val="000000"/>
                </a:solidFill>
                <a:latin typeface="Arial"/>
              </a:rPr>
              <a:t>Documents &amp; Media : rôle</a:t>
            </a:r>
            <a:endParaRPr b="0" lang="fr-FR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5071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Module de gestion documentaire :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Stockage d’images, PDF, vidéos, archives…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Arborescence (dossiers, sous-dossiers)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Prévisualisation automatique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Versioning natif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Métadonnées personnalisées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Permissions granulaire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Publication via fragments, widgets ou URLs publiques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4200" spc="-1" strike="noStrike">
                <a:solidFill>
                  <a:srgbClr val="000000"/>
                </a:solidFill>
                <a:latin typeface="Arial"/>
              </a:rPr>
              <a:t>Méta-données et Taxonomie</a:t>
            </a:r>
            <a:endParaRPr b="0" lang="fr-FR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Chaque document peut avoir :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Tags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Catégories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Métadonnées spécifiques (ex : type de facture, client, date)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Informations techniques (MIME, taille, checksum)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Récupération d’un document dans une page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Méthodes :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2600" spc="-1" strike="noStrike">
                <a:solidFill>
                  <a:srgbClr val="c9211e"/>
                </a:solidFill>
                <a:latin typeface="Calibri"/>
              </a:rPr>
              <a:t>Fragment “Image” → choisir un document</a:t>
            </a:r>
            <a:br>
              <a:rPr sz="2600"/>
            </a:b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Liferay gère le responsive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lang="fr-FR" sz="2600" spc="-1" strike="noStrike">
                <a:solidFill>
                  <a:srgbClr val="c9211e"/>
                </a:solidFill>
                <a:latin typeface="Calibri"/>
              </a:rPr>
              <a:t>Fragment “Content”</a:t>
            </a: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 </a:t>
            </a:r>
            <a:br>
              <a:rPr sz="2600"/>
            </a:b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Utiliser des documents comme assets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lang="fr-FR" sz="2600" spc="-1" strike="noStrike">
                <a:solidFill>
                  <a:srgbClr val="c9211e"/>
                </a:solidFill>
                <a:latin typeface="Calibri"/>
              </a:rPr>
              <a:t>Widget Document &amp; Media </a:t>
            </a:r>
            <a:br>
              <a:rPr sz="2600"/>
            </a:b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affichage de dossiers complets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URL publique (si activée)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Bonnes pratiques Documents &amp; Media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216000" indent="-216000">
              <a:lnSpc>
                <a:spcPct val="100000"/>
              </a:lnSpc>
              <a:spcAft>
                <a:spcPts val="141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Organiser en dossiers logiques (éviter un dossier “images” avec 1000 éléments)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141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Utiliser catégories + métadonnées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141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Activer les permissions selon usage (édition restreinte)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141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Préférer WebP/JPEG optimisés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141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Séparer contenus éditoriaux / fichiers techniques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r>
              <a:rPr b="0" lang="fr-FR" sz="1200" spc="-1" strike="noStrike">
                <a:solidFill>
                  <a:srgbClr val="000000"/>
                </a:solidFill>
                <a:latin typeface="Calibri"/>
              </a:rPr>
              <a:t> 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4800" spc="-1" strike="noStrike">
                <a:solidFill>
                  <a:srgbClr val="000000"/>
                </a:solidFill>
                <a:latin typeface="Arial"/>
              </a:rPr>
              <a:t>Tags vs Catégories</a:t>
            </a:r>
            <a:endParaRPr b="0" lang="fr-FR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507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6666"/>
          </a:bodyPr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r>
              <a:rPr b="1" lang="fr-FR" sz="3600" spc="-1" strike="noStrike">
                <a:solidFill>
                  <a:srgbClr val="090b5e"/>
                </a:solidFill>
                <a:latin typeface="Calibri"/>
              </a:rPr>
              <a:t>Tags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Libres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Créés par les utilisateurs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Permettent un regroupement ponctuel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Utiles pour le filtrage dans Asset Publisher ou Search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r>
              <a:rPr b="1" lang="fr-FR" sz="3600" spc="-1" strike="noStrike">
                <a:solidFill>
                  <a:srgbClr val="090b5e"/>
                </a:solidFill>
                <a:latin typeface="Calibri"/>
              </a:rPr>
              <a:t>Catégories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Organisées dans des vocabulaires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Contrôlées (taxonomie métier)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Permettent :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Segmentation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récupération personnalisée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création d’automatisations (display page conditionnelle)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"/>
          <p:cNvSpPr/>
          <p:nvPr/>
        </p:nvSpPr>
        <p:spPr>
          <a:xfrm>
            <a:off x="196560" y="6840000"/>
            <a:ext cx="3260160" cy="42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</a:rPr>
              <a:t>Atelier 3 : CMS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Administration &amp; Exploitation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Base de données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Optimisation configuration / logs / sessions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Exploitation des modules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Patching DXP / mises à jour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Environnements, staging, import/export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Organisation générale de la base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4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La base Liferay est composée de quatre grands ensembles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Font typeface="OpenSymbol"/>
              <a:buAutoNum type="romanUcParenR"/>
              <a:tabLst>
                <a:tab algn="l" pos="0"/>
              </a:tabLst>
            </a:pPr>
            <a:r>
              <a:rPr b="0" lang="fr-FR" sz="2200" spc="-1" strike="noStrike" u="sng">
                <a:solidFill>
                  <a:srgbClr val="000000"/>
                </a:solidFill>
                <a:uFillTx/>
                <a:latin typeface="Calibri"/>
              </a:rPr>
              <a:t>Données cœur du portail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 : users, roles, groups, permissions, layouts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Font typeface="OpenSymbol"/>
              <a:buAutoNum type="romanUcParenR"/>
              <a:tabLst>
                <a:tab algn="l" pos="0"/>
              </a:tabLst>
            </a:pPr>
            <a:r>
              <a:rPr b="0" lang="fr-FR" sz="2200" spc="-1" strike="noStrike" u="sng">
                <a:solidFill>
                  <a:srgbClr val="000000"/>
                </a:solidFill>
                <a:uFillTx/>
                <a:latin typeface="Calibri"/>
              </a:rPr>
              <a:t>Modules standards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 (CMS, Documents &amp; Media, Blogs, etc.)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Font typeface="OpenSymbol"/>
              <a:buAutoNum type="romanUcParenR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fr-FR" sz="2200" spc="-1" strike="noStrike" u="sng">
                <a:solidFill>
                  <a:srgbClr val="000000"/>
                </a:solidFill>
                <a:uFillTx/>
                <a:latin typeface="Calibri"/>
              </a:rPr>
              <a:t>Configuration et métadonnées système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Font typeface="OpenSymbol"/>
              <a:buAutoNum type="romanUcParenR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fr-FR" sz="2200" spc="-1" strike="noStrike" u="sng">
                <a:solidFill>
                  <a:srgbClr val="000000"/>
                </a:solidFill>
                <a:uFillTx/>
                <a:latin typeface="Calibri"/>
              </a:rPr>
              <a:t>Données applicatives personnalisées 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(Service Builder)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Liferay applique systématiquement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une gestion stricte des clés (companyId, groupId, userId)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un modèle multi-tenant intégré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trois identifiants fondamentaux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6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Ces 3 colonnes sont présentes dans presque toutes les tables Liferay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2000" spc="-1" strike="noStrike">
                <a:solidFill>
                  <a:srgbClr val="1511ac"/>
                </a:solidFill>
                <a:latin typeface="Calibri"/>
              </a:rPr>
              <a:t>companyId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 → identifie l’instance Liferay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2000" spc="-1" strike="noStrike">
                <a:solidFill>
                  <a:srgbClr val="1511ac"/>
                </a:solidFill>
                <a:latin typeface="Calibri"/>
              </a:rPr>
              <a:t>groupId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 → identifie un site, une communauté, un scope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2000" spc="-1" strike="noStrike">
                <a:solidFill>
                  <a:srgbClr val="1511ac"/>
                </a:solidFill>
                <a:latin typeface="Calibri"/>
              </a:rPr>
              <a:t>userId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 → identifie l’utilisateur ayant créé / modifié la ressource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Compréhension obligatoire pour diagnostiquer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contenu invisible (mauvais groupId)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erreurs de permission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duplications ou conflits de Site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Company, Groupes, Sites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891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1" lang="fr-FR" sz="2200" spc="-1" strike="noStrike">
                <a:solidFill>
                  <a:srgbClr val="090b5e"/>
                </a:solidFill>
                <a:latin typeface="Calibri"/>
              </a:rPr>
              <a:t>Table Company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Représente l’instance Liferay (tenant)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Contient le nom du portail (ex. Portail des événements)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Porte le branding global (nom, domaine, configuration générale)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67"/>
              </a:spcBef>
              <a:buNone/>
              <a:tabLst>
                <a:tab algn="l" pos="0"/>
              </a:tabLst>
            </a:pP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1" lang="fr-FR" sz="2200" spc="-1" strike="noStrike">
                <a:solidFill>
                  <a:srgbClr val="090b5e"/>
                </a:solidFill>
                <a:latin typeface="Calibri"/>
              </a:rPr>
              <a:t>Table Group_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Représente un site Liferay (Guest, Global, site métier, organisation…)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1 enregistrement = 1 site logique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Lié à une Company via companyId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1" lang="fr-FR" sz="2200" spc="-1" strike="noStrike">
                <a:solidFill>
                  <a:srgbClr val="090b5e"/>
                </a:solidFill>
                <a:latin typeface="Calibri"/>
              </a:rPr>
              <a:t>Table LayoutSet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Représente un ensemble de pages pour un site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Toujours 2 enregistrements par site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pages publiques (privateLayout = false)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pages privées (privateLayout = true, héritage historique)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Porte les paramètres globaux : thème, logo, CSS, paramètres communs aux pages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Pages (Layouts)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9999"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1" lang="fr-FR" sz="2000" spc="-1" strike="noStrike">
                <a:solidFill>
                  <a:srgbClr val="090b5e"/>
                </a:solidFill>
                <a:latin typeface="Calibri"/>
              </a:rPr>
              <a:t>Table : Layout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Colonnes clés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i="1" lang="fr-FR" sz="2000" spc="-1" strike="noStrike">
                <a:solidFill>
                  <a:srgbClr val="000000"/>
                </a:solidFill>
                <a:latin typeface="Calibri"/>
              </a:rPr>
              <a:t>plid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 → ID de la page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i="1" lang="fr-FR" sz="2000" spc="-1" strike="noStrike">
                <a:solidFill>
                  <a:srgbClr val="000000"/>
                </a:solidFill>
                <a:latin typeface="Calibri"/>
              </a:rPr>
              <a:t>groupId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 → site auquel la page appartient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i="1" lang="fr-FR" sz="2000" spc="-1" strike="noStrike">
                <a:solidFill>
                  <a:srgbClr val="000000"/>
                </a:solidFill>
                <a:latin typeface="Calibri"/>
              </a:rPr>
              <a:t>friendlyURL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i="1" lang="fr-FR" sz="2000" spc="-1" strike="noStrike">
                <a:solidFill>
                  <a:srgbClr val="000000"/>
                </a:solidFill>
                <a:latin typeface="Calibri"/>
              </a:rPr>
              <a:t>parentLayoutId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 → hiérarchie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i="1" lang="fr-FR" sz="2000" spc="-1" strike="noStrike">
                <a:solidFill>
                  <a:srgbClr val="000000"/>
                </a:solidFill>
                <a:latin typeface="Calibri"/>
              </a:rPr>
              <a:t>type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 → widget / content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i="1" lang="fr-FR" sz="2000" spc="-1" strike="noStrike">
                <a:solidFill>
                  <a:srgbClr val="000000"/>
                </a:solidFill>
                <a:latin typeface="Calibri"/>
              </a:rPr>
              <a:t>hidden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 → page non affichée dans navigation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br>
              <a:rPr sz="2000"/>
            </a:b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Diagnostics utiles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page non visible → vérifier </a:t>
            </a:r>
            <a:r>
              <a:rPr b="0" i="1" lang="fr-FR" sz="2000" spc="-1" strike="noStrike">
                <a:solidFill>
                  <a:srgbClr val="000000"/>
                </a:solidFill>
                <a:latin typeface="Calibri"/>
              </a:rPr>
              <a:t>hidden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 ou </a:t>
            </a:r>
            <a:r>
              <a:rPr b="0" i="1" lang="fr-FR" sz="2000" spc="-1" strike="noStrike">
                <a:solidFill>
                  <a:srgbClr val="000000"/>
                </a:solidFill>
                <a:latin typeface="Calibri"/>
              </a:rPr>
              <a:t>typeSettings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URL cassée → vérifier </a:t>
            </a:r>
            <a:r>
              <a:rPr b="0" i="1" lang="fr-FR" sz="2000" spc="-1" strike="noStrike">
                <a:solidFill>
                  <a:srgbClr val="000000"/>
                </a:solidFill>
                <a:latin typeface="Calibri"/>
              </a:rPr>
              <a:t>friendlyURL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Utilisateurs &amp; Rôles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Users : </a:t>
            </a:r>
            <a:r>
              <a:rPr b="1" i="1" lang="fr-FR" sz="2100" spc="-1" strike="noStrike">
                <a:solidFill>
                  <a:srgbClr val="1511ac"/>
                </a:solidFill>
                <a:latin typeface="Calibri"/>
              </a:rPr>
              <a:t>User_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Organisations : </a:t>
            </a:r>
            <a:r>
              <a:rPr b="1" i="1" lang="fr-FR" sz="2100" spc="-1" strike="noStrike">
                <a:solidFill>
                  <a:srgbClr val="1511ac"/>
                </a:solidFill>
                <a:latin typeface="Calibri"/>
              </a:rPr>
              <a:t>Organization_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Rôles : </a:t>
            </a:r>
            <a:r>
              <a:rPr b="1" i="1" lang="fr-FR" sz="2100" spc="-1" strike="noStrike">
                <a:solidFill>
                  <a:srgbClr val="1511ac"/>
                </a:solidFill>
                <a:latin typeface="Calibri"/>
              </a:rPr>
              <a:t>Role_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Permissions : </a:t>
            </a:r>
            <a:r>
              <a:rPr b="1" i="1" lang="fr-FR" sz="2100" spc="-1" strike="noStrike">
                <a:solidFill>
                  <a:srgbClr val="1511ac"/>
                </a:solidFill>
                <a:latin typeface="Calibri"/>
              </a:rPr>
              <a:t>ResourcePermission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Membres de site : </a:t>
            </a:r>
            <a:r>
              <a:rPr b="1" i="1" lang="fr-FR" sz="2100" spc="-1" strike="noStrike">
                <a:solidFill>
                  <a:srgbClr val="1511ac"/>
                </a:solidFill>
                <a:latin typeface="Calibri"/>
              </a:rPr>
              <a:t>UserGroupRole</a:t>
            </a: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 &amp; </a:t>
            </a:r>
            <a:r>
              <a:rPr b="1" i="1" lang="fr-FR" sz="2100" spc="-1" strike="noStrike">
                <a:solidFill>
                  <a:srgbClr val="1511ac"/>
                </a:solidFill>
                <a:latin typeface="Calibri"/>
              </a:rPr>
              <a:t>Group_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Liferay mélange rôles globaux, rôles de site, rôles d’organisation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Les permissions finales sont matérialisées dans </a:t>
            </a:r>
            <a:r>
              <a:rPr b="0" i="1" lang="fr-FR" sz="2100" spc="-1" strike="noStrike">
                <a:solidFill>
                  <a:srgbClr val="000000"/>
                </a:solidFill>
                <a:latin typeface="Calibri"/>
              </a:rPr>
              <a:t>ResourcePermission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Permissions : tables critiques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4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Permission = combinaison de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i="1" lang="fr-FR" sz="1800" spc="-1" strike="noStrike">
                <a:solidFill>
                  <a:srgbClr val="000000"/>
                </a:solidFill>
                <a:latin typeface="Calibri"/>
              </a:rPr>
              <a:t>RoleId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i="1" lang="fr-FR" sz="1800" spc="-1" strike="noStrike">
                <a:solidFill>
                  <a:srgbClr val="000000"/>
                </a:solidFill>
                <a:latin typeface="Calibri"/>
              </a:rPr>
              <a:t>ResourceId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i="1" lang="fr-FR" sz="1800" spc="-1" strike="noStrike">
                <a:solidFill>
                  <a:srgbClr val="000000"/>
                </a:solidFill>
                <a:latin typeface="Calibri"/>
              </a:rPr>
              <a:t>ActionId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Tables clés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1800" spc="-1" strike="noStrike">
                <a:solidFill>
                  <a:srgbClr val="355269"/>
                </a:solidFill>
                <a:latin typeface="Calibri"/>
              </a:rPr>
              <a:t>ResourceAction 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: Liste des actions possibles (VIEW, UPDATE…)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1800" spc="-1" strike="noStrike">
                <a:solidFill>
                  <a:srgbClr val="355269"/>
                </a:solidFill>
                <a:latin typeface="Calibri"/>
              </a:rPr>
              <a:t>ResourcePermission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 : Autorisation effective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1800" spc="-1" strike="noStrike">
                <a:solidFill>
                  <a:srgbClr val="355269"/>
                </a:solidFill>
                <a:latin typeface="Calibri"/>
              </a:rPr>
              <a:t>ResourceTypePermission 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: Permissions par type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Diagnostic classique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Contenu invisible → vérifier </a:t>
            </a:r>
            <a:r>
              <a:rPr b="0" i="1" lang="fr-FR" sz="1800" spc="-1" strike="noStrike">
                <a:solidFill>
                  <a:srgbClr val="000000"/>
                </a:solidFill>
                <a:latin typeface="Calibri"/>
              </a:rPr>
              <a:t>ResourcePermission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 + rôle utilisateur.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CMS : Web Content (Journal)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6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r>
              <a:rPr b="1" i="1" lang="fr-FR" sz="3200" spc="-1" strike="noStrike">
                <a:solidFill>
                  <a:srgbClr val="1511ac"/>
                </a:solidFill>
                <a:latin typeface="Calibri"/>
              </a:rPr>
              <a:t>JournalArticle</a:t>
            </a: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 : Contenu (toutes versions)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r>
              <a:rPr b="1" i="1" lang="fr-FR" sz="3200" spc="-1" strike="noStrike">
                <a:solidFill>
                  <a:srgbClr val="1511ac"/>
                </a:solidFill>
                <a:latin typeface="Calibri"/>
              </a:rPr>
              <a:t>JournalArticleLocalization</a:t>
            </a: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 : Multilingue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r>
              <a:rPr b="1" i="1" lang="fr-FR" sz="3200" spc="-1" strike="noStrike">
                <a:solidFill>
                  <a:srgbClr val="1511ac"/>
                </a:solidFill>
                <a:latin typeface="Calibri"/>
              </a:rPr>
              <a:t>JournalFolder </a:t>
            </a: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: Arborescence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r>
              <a:rPr b="1" i="1" lang="fr-FR" sz="3200" spc="-1" strike="noStrike">
                <a:solidFill>
                  <a:srgbClr val="1511ac"/>
                </a:solidFill>
                <a:latin typeface="Calibri"/>
              </a:rPr>
              <a:t>DDMStructure </a:t>
            </a: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: Structure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r>
              <a:rPr b="1" i="1" lang="fr-FR" sz="3200" spc="-1" strike="noStrike">
                <a:solidFill>
                  <a:srgbClr val="1511ac"/>
                </a:solidFill>
                <a:latin typeface="Calibri"/>
              </a:rPr>
              <a:t>DDMTemplate </a:t>
            </a: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: Template Freemarker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Points clés :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Un Web Content possède plusieurs versions (version)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Le champ </a:t>
            </a:r>
            <a:r>
              <a:rPr b="0" i="1" lang="fr-FR" sz="2400" spc="-1" strike="noStrike">
                <a:solidFill>
                  <a:srgbClr val="000000"/>
                </a:solidFill>
                <a:latin typeface="Calibri"/>
              </a:rPr>
              <a:t>resourcePrimKey</a:t>
            </a: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 relie toutes les versions entre elles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Workflow géré via </a:t>
            </a:r>
            <a:r>
              <a:rPr b="0" i="1" lang="fr-FR" sz="2400" spc="-1" strike="noStrike">
                <a:solidFill>
                  <a:srgbClr val="000000"/>
                </a:solidFill>
                <a:latin typeface="Calibri"/>
              </a:rPr>
              <a:t>status</a:t>
            </a: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 + </a:t>
            </a:r>
            <a:r>
              <a:rPr b="0" i="1" lang="fr-FR" sz="2400" spc="-1" strike="noStrike">
                <a:solidFill>
                  <a:srgbClr val="000000"/>
                </a:solidFill>
                <a:latin typeface="Calibri"/>
              </a:rPr>
              <a:t>statusByUserId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Documents &amp; Media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8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i="1" lang="fr-FR" sz="1800" spc="-1" strike="noStrike">
                <a:solidFill>
                  <a:srgbClr val="1511ac"/>
                </a:solidFill>
                <a:latin typeface="Calibri"/>
              </a:rPr>
              <a:t>DLFileEntry 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: Métadonnées document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i="1" lang="fr-FR" sz="1800" spc="-1" strike="noStrike">
                <a:solidFill>
                  <a:srgbClr val="1511ac"/>
                </a:solidFill>
                <a:latin typeface="Calibri"/>
              </a:rPr>
              <a:t>DLFileVersion 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: Versioning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i="1" lang="fr-FR" sz="1800" spc="-1" strike="noStrike">
                <a:solidFill>
                  <a:srgbClr val="1511ac"/>
                </a:solidFill>
                <a:latin typeface="Calibri"/>
              </a:rPr>
              <a:t>DLFolder 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: Dossiers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i="1" lang="fr-FR" sz="1800" spc="-1" strike="noStrike">
                <a:solidFill>
                  <a:srgbClr val="1511ac"/>
                </a:solidFill>
                <a:latin typeface="Calibri"/>
              </a:rPr>
              <a:t>DLFileEntryMetadata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 : Métadonnées personnalisées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i="1" lang="fr-FR" sz="1800" spc="-1" strike="noStrike">
                <a:solidFill>
                  <a:srgbClr val="1511ac"/>
                </a:solidFill>
                <a:latin typeface="Calibri"/>
              </a:rPr>
              <a:t>Repository 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: Dépôts externes (CMIS, S3…)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Diagnostics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Document invisible → mauvais groupId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Mauvaise version → vérifier DLFileVersion.isLatest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9" name=""/>
          <p:cNvSpPr/>
          <p:nvPr/>
        </p:nvSpPr>
        <p:spPr>
          <a:xfrm>
            <a:off x="196560" y="6840000"/>
            <a:ext cx="3260160" cy="42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</a:rPr>
              <a:t>Atelier 4 : Tables de la BD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Administration &amp; Exploitation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Base de données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Optimisation configuration / logs / sessions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Exploitation des modules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Patching DXP / mises à jour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Environnements, staging, import/export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Deux niveaux de configuration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3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3333"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1. Configuration </a:t>
            </a:r>
            <a:r>
              <a:rPr b="1" lang="fr-FR" sz="2000" spc="-1" strike="noStrike">
                <a:solidFill>
                  <a:srgbClr val="090b5e"/>
                </a:solidFill>
                <a:latin typeface="Calibri"/>
              </a:rPr>
              <a:t>globale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 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Options de la JVM 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Fichiers </a:t>
            </a:r>
            <a:r>
              <a:rPr b="0" i="1" lang="fr-FR" sz="2000" spc="-1" strike="noStrike">
                <a:solidFill>
                  <a:srgbClr val="000000"/>
                </a:solidFill>
                <a:latin typeface="Calibri"/>
              </a:rPr>
              <a:t>portal-ext.properties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Paramètres haute disponibilité / cluster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LDAP / SSO / Proxy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2. Configuration </a:t>
            </a:r>
            <a:r>
              <a:rPr b="1" lang="fr-FR" sz="2000" spc="-1" strike="noStrike">
                <a:solidFill>
                  <a:srgbClr val="090b5e"/>
                </a:solidFill>
                <a:latin typeface="Calibri"/>
              </a:rPr>
              <a:t>modulaire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 (OSGi)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Fichiers .</a:t>
            </a:r>
            <a:r>
              <a:rPr b="0" i="1" lang="fr-FR" sz="2000" spc="-1" strike="noStrike">
                <a:solidFill>
                  <a:srgbClr val="000000"/>
                </a:solidFill>
                <a:latin typeface="Calibri"/>
              </a:rPr>
              <a:t>config dans osgi/configs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GogoShell 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Activation/désactivation des modules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Configuration à chaud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Options JVM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PlaceHolder 2"/>
          <p:cNvSpPr>
            <a:spLocks noGrp="1"/>
          </p:cNvSpPr>
          <p:nvPr>
            <p:ph/>
          </p:nvPr>
        </p:nvSpPr>
        <p:spPr>
          <a:xfrm>
            <a:off x="360000" y="2083320"/>
            <a:ext cx="915336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8333" lnSpcReduction="10000"/>
          </a:bodyPr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options de la JVM se positionne dans Tomcat. </a:t>
            </a:r>
            <a:br>
              <a:rPr sz="3200"/>
            </a:br>
            <a:r>
              <a:rPr b="1" i="1" lang="fr-FR" sz="3200" spc="-1" strike="noStrike">
                <a:solidFill>
                  <a:srgbClr val="353d69"/>
                </a:solidFill>
                <a:latin typeface="Arial"/>
              </a:rPr>
              <a:t>bin/setenv.sh</a:t>
            </a:r>
            <a:br>
              <a:rPr sz="3200"/>
            </a:b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Extrait 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CATALINA_OPTS="$CATALINA_OPTS -Dfile.encoding=UTF-8 -Djava.net.preferIPv4Stack=true -Duser.timezone=GMT -Xms2560m -Xmx2560m -XX:MaxNewSize=1536m -XX:MaxMetaspaceSize=768m -XX:MetaspaceSize=768m -XX:NewSize=1536m -XX:SurvivorRatio=7"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export JDK_JAVA_OPTIONS="${JDK_JAVA_OPTIONS} --add-opens=java.base/java.lang=ALL-UNNAMED --add-opens=java.base/java.lang.invoke=ALL-UNNAMED --add-opens=java.base/java.lang.reflect=ALL-UNNAMED --add-opens=java.base/java.net=ALL-UNNAMED --add-opens=java.base/sun.net.www.protocol.http=ALL-UNNAMED --add-opens=java.base/sun.net.www.protocol.https=ALL-UNNAMED --add-opens=java.base/sun.util.calendar=ALL-UNNAMED --add-opens=jdk.zipfs/jdk.nio.zipfs=ALL-UNNAMED"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Recommandations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7" name="PlaceHolder 2"/>
          <p:cNvSpPr>
            <a:spLocks noGrp="1"/>
          </p:cNvSpPr>
          <p:nvPr>
            <p:ph/>
          </p:nvPr>
        </p:nvSpPr>
        <p:spPr>
          <a:xfrm>
            <a:off x="720000" y="1800000"/>
            <a:ext cx="8793360" cy="542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3333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3200" spc="-1" strike="noStrike">
                <a:solidFill>
                  <a:srgbClr val="090b5e"/>
                </a:solidFill>
                <a:latin typeface="Arial"/>
              </a:rPr>
              <a:t>Heap 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: Xms = Xmx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DEV : 2 Go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INT / REC : 4 Go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PROD : 6–8 Go (selon charge)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3200" spc="-1" strike="noStrike">
                <a:solidFill>
                  <a:srgbClr val="090b5e"/>
                </a:solidFill>
                <a:latin typeface="Arial"/>
              </a:rPr>
              <a:t>Garbage collecting 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-XX:+UseG1GC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-XX:MaxGCPauseMillis=200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3200" spc="-1" strike="noStrike">
                <a:solidFill>
                  <a:srgbClr val="090b5e"/>
                </a:solidFill>
                <a:latin typeface="Arial"/>
              </a:rPr>
              <a:t>Metaspace 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(Important pour OSGI)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-XX:MetaspaceSize=256m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-XX:MaxMetaspaceSize=512m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3200" spc="-1" strike="noStrike">
                <a:solidFill>
                  <a:srgbClr val="090b5e"/>
                </a:solidFill>
                <a:latin typeface="Arial"/>
              </a:rPr>
              <a:t>Diagnostic / Debug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-XX:+HeapDumpOnOutOfMemoryError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-XX:HeapDumpPath=/opt/liferay/heapdumps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-XX:+PrintGCDetails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-XX:+PrintGCDateStamps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-Xloggc:/opt/liferay/logs/gc.log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i="1" lang="fr-FR" sz="3600" spc="-1" strike="noStrike">
                <a:solidFill>
                  <a:srgbClr val="000000"/>
                </a:solidFill>
                <a:latin typeface="Arial"/>
              </a:rPr>
              <a:t>portal-ext.properties</a:t>
            </a:r>
            <a:r>
              <a:rPr b="0" lang="fr-FR" sz="3600" spc="-1" strike="noStrike">
                <a:solidFill>
                  <a:srgbClr val="000000"/>
                </a:solidFill>
                <a:latin typeface="Arial"/>
              </a:rPr>
              <a:t> : rôle et limites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507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3333"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1" i="1" lang="fr-FR" sz="2000" spc="-1" strike="noStrike">
                <a:solidFill>
                  <a:srgbClr val="1511ac"/>
                </a:solidFill>
                <a:latin typeface="Calibri"/>
              </a:rPr>
              <a:t>portal-ext.properties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surcharge les propriétés de base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global à toute l’instance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appliqué au démarrage uniquement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destiné aux paramètres techniques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Exemples fréquents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jdbc.default.driverClassName=com.mysql.cj.jdbc.Driver jdbc.default.username=liferay </a:t>
            </a:r>
            <a:br>
              <a:rPr sz="2000"/>
            </a:b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company.default.web.id=liferay.com </a:t>
            </a:r>
            <a:br>
              <a:rPr sz="2000"/>
            </a:b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theme.css.fast.load=false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  <a:ea typeface="Courier New"/>
              </a:rPr>
              <a:t>Référence fichier </a:t>
            </a:r>
            <a:r>
              <a:rPr b="1" i="1" lang="fr-FR" sz="2100" spc="-1" strike="noStrike">
                <a:solidFill>
                  <a:srgbClr val="090b5e"/>
                </a:solidFill>
                <a:latin typeface="Cabri"/>
                <a:ea typeface="Courier New"/>
              </a:rPr>
              <a:t>portal.properties</a:t>
            </a:r>
            <a:r>
              <a:rPr b="0" lang="fr-FR" sz="2100" spc="-1" strike="noStrike">
                <a:solidFill>
                  <a:srgbClr val="000000"/>
                </a:solidFill>
                <a:latin typeface="Cabri"/>
                <a:ea typeface="Courier New"/>
              </a:rPr>
              <a:t> dans le bundle </a:t>
            </a:r>
            <a:r>
              <a:rPr b="1" i="1" lang="fr-FR" sz="2100" spc="-1" strike="noStrike">
                <a:solidFill>
                  <a:srgbClr val="090b5e"/>
                </a:solidFill>
                <a:latin typeface="Cabri"/>
                <a:ea typeface="Courier New"/>
              </a:rPr>
              <a:t>portal-impl.jar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Configuration via Control Panel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1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3333"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Accessible depuis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1" i="1" lang="fr-FR" sz="2000" spc="-1" strike="noStrike">
                <a:solidFill>
                  <a:srgbClr val="c9211e"/>
                </a:solidFill>
                <a:latin typeface="Cabri"/>
              </a:rPr>
              <a:t>Control Panel &gt; Configuration &gt; System Settings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Permet de configurer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recherche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sessions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documents &amp; media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authentification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sécurité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modules spécifiques (blogs, web content, DM…)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➡ </a:t>
            </a: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Modifiable sans restart, stocké dans la table configuration.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Configuration OSGi (.config)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3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Emplacement : </a:t>
            </a:r>
            <a:r>
              <a:rPr b="0" i="1" lang="fr-FR" sz="2000" spc="-1" strike="noStrike">
                <a:solidFill>
                  <a:srgbClr val="000000"/>
                </a:solidFill>
                <a:latin typeface="Cabri"/>
              </a:rPr>
              <a:t>LIFERAY_HOME/osgi/configs/*.config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Chaque fichier correspond à une configuration d’un module OSGI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Le nom du fichier est l’ID OSGi de la configuration. </a:t>
            </a:r>
            <a:br>
              <a:rPr sz="2000"/>
            </a:b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Ex :</a:t>
            </a:r>
            <a:br>
              <a:rPr sz="2000"/>
            </a:br>
            <a:r>
              <a:rPr b="0" lang="fr-FR" sz="1600" spc="-1" strike="noStrike">
                <a:solidFill>
                  <a:srgbClr val="000000"/>
                </a:solidFill>
                <a:latin typeface="Cabri"/>
              </a:rPr>
              <a:t>com.liferay.portal.search.elasticsearch7.configuration.CompanyIndexConfiguration.config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  <a:ea typeface="Courier New"/>
              </a:rPr>
              <a:t>Le contenu contient des lignes clé/valeurs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Courier New"/>
              </a:rPr>
              <a:t>indexNamePrefix=mycompany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Courier New"/>
              </a:rPr>
              <a:t>indexStorageType=remote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Architecture des logs Liferay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Liferay utilise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log4j pour la logique globale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slf4j pour la majorité des modules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logs catégorisés par package Java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logs complémentaires OSGi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Fichier clé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LIFERAY_HOME/tomcat/logs/catalina.out (ou équivalent serveur)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Modifier la verbosité des logs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7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Deux méthodes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1) Via Control Panel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1" i="1" lang="fr-FR" sz="2000" spc="-1" strike="noStrike">
                <a:solidFill>
                  <a:srgbClr val="c9211e"/>
                </a:solidFill>
                <a:latin typeface="Cabri"/>
              </a:rPr>
              <a:t>System Settings → Logging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Créer un logger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Category: </a:t>
            </a:r>
            <a:r>
              <a:rPr b="0" i="1" lang="fr-FR" sz="2000" spc="-1" strike="noStrike">
                <a:solidFill>
                  <a:srgbClr val="000000"/>
                </a:solidFill>
                <a:latin typeface="Cabri"/>
              </a:rPr>
              <a:t>com.liferay.journal.service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Level: </a:t>
            </a:r>
            <a:r>
              <a:rPr b="0" i="1" lang="fr-FR" sz="2000" spc="-1" strike="noStrike">
                <a:solidFill>
                  <a:srgbClr val="000000"/>
                </a:solidFill>
                <a:latin typeface="Cabri"/>
              </a:rPr>
              <a:t>DEBUG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2) Via </a:t>
            </a:r>
            <a:r>
              <a:rPr b="0" i="1" lang="fr-FR" sz="2000" spc="-1" strike="noStrike">
                <a:solidFill>
                  <a:srgbClr val="000000"/>
                </a:solidFill>
                <a:latin typeface="Cabri"/>
              </a:rPr>
              <a:t>portal-ext.properties</a:t>
            </a: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 (rarement utilisé)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i="1" lang="fr-FR" sz="2000" spc="-1" strike="noStrike">
                <a:solidFill>
                  <a:srgbClr val="000000"/>
                </a:solidFill>
                <a:latin typeface="Cabri"/>
              </a:rPr>
              <a:t>log4j.logger.com.liferay.journal=DEBUG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Lire une stacktrace Liferay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Une erreur se compose de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Type d’erreur : </a:t>
            </a:r>
            <a:r>
              <a:rPr b="0" i="1" lang="fr-FR" sz="3200" spc="-1" strike="noStrike">
                <a:solidFill>
                  <a:srgbClr val="000000"/>
                </a:solidFill>
                <a:latin typeface="Cabri"/>
              </a:rPr>
              <a:t>PermissionException, PrincipalException, NoSuchLayoutExceptio</a:t>
            </a: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n…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Module source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Cause profonde (root cause)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stack trace complète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Méthodologie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Repérer la première ligne “meaningful”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Identifier module et composant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Vérifier OSGi “component not satisfied”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Rejouer scénario en logs DEBUG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Erreurs fréquentes &amp; diagnostic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1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5071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r>
              <a:rPr b="1" i="1" lang="fr-FR" sz="2100" spc="-1" strike="noStrike">
                <a:solidFill>
                  <a:srgbClr val="1511ac"/>
                </a:solidFill>
                <a:latin typeface="Cabri"/>
              </a:rPr>
              <a:t>"NoSuchLayoutException"</a:t>
            </a: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 </a:t>
            </a:r>
            <a:br>
              <a:rPr sz="2100"/>
            </a:b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Page supprimée / mauvais friendly URL </a:t>
            </a:r>
            <a:br>
              <a:rPr sz="2100"/>
            </a:b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Voir Table Layout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r>
              <a:rPr b="1" i="1" lang="fr-FR" sz="2100" spc="-1" strike="noStrike">
                <a:solidFill>
                  <a:srgbClr val="1511ac"/>
                </a:solidFill>
                <a:latin typeface="Cabri"/>
              </a:rPr>
              <a:t>"PrincipalException"</a:t>
            </a: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 </a:t>
            </a:r>
            <a:br>
              <a:rPr sz="2100"/>
            </a:b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Permissions manquantes </a:t>
            </a:r>
            <a:br>
              <a:rPr sz="2100"/>
            </a:b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Voir ResourcePermission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r>
              <a:rPr b="1" i="1" lang="fr-FR" sz="2100" spc="-1" strike="noStrike">
                <a:solidFill>
                  <a:srgbClr val="1511ac"/>
                </a:solidFill>
                <a:latin typeface="Cabri"/>
              </a:rPr>
              <a:t>"ClusterMasterExecutorImpl"</a:t>
            </a: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 </a:t>
            </a:r>
            <a:br>
              <a:rPr sz="2100"/>
            </a:b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Problème cluster System Settings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r>
              <a:rPr b="1" i="1" lang="fr-FR" sz="2100" spc="-1" strike="noStrike">
                <a:solidFill>
                  <a:srgbClr val="1511ac"/>
                </a:solidFill>
                <a:latin typeface="Cabri"/>
              </a:rPr>
              <a:t>“</a:t>
            </a:r>
            <a:r>
              <a:rPr b="1" i="1" lang="fr-FR" sz="2100" spc="-1" strike="noStrike">
                <a:solidFill>
                  <a:srgbClr val="1511ac"/>
                </a:solidFill>
                <a:latin typeface="Cabri"/>
              </a:rPr>
              <a:t>Could not resolve module”</a:t>
            </a: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 </a:t>
            </a:r>
            <a:br>
              <a:rPr sz="2100"/>
            </a:b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Dépendances OSGi manquantes </a:t>
            </a:r>
            <a:br>
              <a:rPr sz="2100"/>
            </a:b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Gogo Shell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Gestion des sessions dans Liferay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3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Session HTTP + Session Portal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Stockage en mémoire (par défaut)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Synchronisation cluster possible via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Sticky sessions (recommandé)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Persistence (Redis, Infinispan) dans DXP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Paramètres clés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i="1" lang="fr-FR" sz="2000" spc="-1" strike="noStrike">
                <a:solidFill>
                  <a:srgbClr val="000000"/>
                </a:solidFill>
                <a:latin typeface="Cabri"/>
              </a:rPr>
              <a:t>session.timeout=30 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i="1" lang="fr-FR" sz="2000" spc="-1" strike="noStrike">
                <a:solidFill>
                  <a:srgbClr val="000000"/>
                </a:solidFill>
                <a:latin typeface="Cabri"/>
              </a:rPr>
              <a:t>session.timeout.auto.extend=true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Optimisation de la gestion des sessions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5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Bonnes pratiques :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Timeout = 15 à 30 min pour intranet, moins en extranet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Activer session.timeout.auto.extend uniquement si nécessaire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Surveiller la taille des objets en session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Éviter de stocker des collections lourdes en session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Optimisations de démarrage / déploiement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Désactiver modules inutiles via Gogo Shell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Supprimer modules marketplace non utilisés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Vérifier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DNS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connexions JDBC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index de recherche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état OSGi (“unsatisfied components”)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Optimiser la recherche (Elasticsearch)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9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Options clés :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Externaliser Elasticsearch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Multi-Node pour ressource critique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Activer le monitoring Kibana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Régénérer les index régulièrement :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1" i="1" lang="fr-FR" sz="2400" spc="-1" strike="noStrike">
                <a:solidFill>
                  <a:srgbClr val="c9211e"/>
                </a:solidFill>
                <a:latin typeface="Cabri"/>
              </a:rPr>
              <a:t>Panneau de contrôle &gt; Recherche &gt; Indexer les actions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À éviter : Elasticsearch embarqué en production.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Optimisation UI (thèmes &amp; front-end)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Activer minification JS/CSS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Utiliser Clay plutôt qu’AUI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Limiter le nombre de portlets par page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Privilégier les Content Pages pour les pages marketing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Optimiser les images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2" name=""/>
          <p:cNvSpPr/>
          <p:nvPr/>
        </p:nvSpPr>
        <p:spPr>
          <a:xfrm>
            <a:off x="720000" y="6840000"/>
            <a:ext cx="3260160" cy="42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</a:rPr>
              <a:t>Atelier 5 : Gestion de configuration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Administration &amp; Exploitation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4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Base de données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Optimisation configuration / logs / sessions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Exploitation des modules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Patching DXP / mises à jour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Environnements, staging, import/export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Introduction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6" name="PlaceHolder 2"/>
          <p:cNvSpPr>
            <a:spLocks noGrp="1"/>
          </p:cNvSpPr>
          <p:nvPr>
            <p:ph/>
          </p:nvPr>
        </p:nvSpPr>
        <p:spPr>
          <a:xfrm>
            <a:off x="534600" y="2127960"/>
            <a:ext cx="9622440" cy="4711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4444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4800" spc="-1" strike="noStrike">
                <a:solidFill>
                  <a:srgbClr val="000000"/>
                </a:solidFill>
                <a:latin typeface="Arial"/>
              </a:rPr>
              <a:t>Dans Liferay, toute fonctionnalité est un </a:t>
            </a:r>
            <a:r>
              <a:rPr b="1" lang="fr-FR" sz="4800" spc="-1" strike="noStrike">
                <a:solidFill>
                  <a:srgbClr val="1a2fad"/>
                </a:solidFill>
                <a:latin typeface="Arial"/>
              </a:rPr>
              <a:t>module OSGi</a:t>
            </a:r>
            <a:r>
              <a:rPr b="0" lang="fr-FR" sz="4800" spc="-1" strike="noStrike">
                <a:solidFill>
                  <a:srgbClr val="000000"/>
                </a:solidFill>
                <a:latin typeface="Arial"/>
              </a:rPr>
              <a:t> :</a:t>
            </a:r>
            <a:endParaRPr b="0" lang="fr-FR" sz="4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CMS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Pages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Staging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Recherche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Marketplace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Commerce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4800" spc="-1" strike="noStrike">
                <a:solidFill>
                  <a:srgbClr val="000000"/>
                </a:solidFill>
                <a:latin typeface="Arial"/>
              </a:rPr>
              <a:t>Les modules sont chargés à l’exécution</a:t>
            </a:r>
            <a:endParaRPr b="0" lang="fr-FR" sz="4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4800" spc="-1" strike="noStrike">
                <a:solidFill>
                  <a:srgbClr val="000000"/>
                </a:solidFill>
                <a:latin typeface="Arial"/>
              </a:rPr>
              <a:t>Les problèmes pouvant arrivés lors de l’exploitation sont souvent un module OSGI mal résolu</a:t>
            </a:r>
            <a:endParaRPr b="0" lang="fr-FR" sz="4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États des modules OSGi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8" name="PlaceHolder 2"/>
          <p:cNvSpPr>
            <a:spLocks noGrp="1"/>
          </p:cNvSpPr>
          <p:nvPr>
            <p:ph/>
          </p:nvPr>
        </p:nvSpPr>
        <p:spPr>
          <a:xfrm>
            <a:off x="534600" y="1983960"/>
            <a:ext cx="9622440" cy="438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Un module peut être dans les états suivants 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1a2fad"/>
                </a:solidFill>
                <a:latin typeface="Arial"/>
              </a:rPr>
              <a:t>Active 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: Fonctionne normalement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1a2fad"/>
                </a:solidFill>
                <a:latin typeface="Arial"/>
              </a:rPr>
              <a:t>Resolved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 :  Chargé mais pas actif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1a2fad"/>
                </a:solidFill>
                <a:latin typeface="Arial"/>
              </a:rPr>
              <a:t>Installed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 : Présent mais inutilisable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1a2fad"/>
                </a:solidFill>
                <a:latin typeface="Arial"/>
              </a:rPr>
              <a:t>Unsatisfied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 : Dépendances manquantes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Diagnostic avec le Gogo Shell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0" name="PlaceHolder 2"/>
          <p:cNvSpPr>
            <a:spLocks noGrp="1"/>
          </p:cNvSpPr>
          <p:nvPr>
            <p:ph/>
          </p:nvPr>
        </p:nvSpPr>
        <p:spPr>
          <a:xfrm>
            <a:off x="534600" y="2055960"/>
            <a:ext cx="9622440" cy="438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222"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100" spc="-1" strike="noStrike">
                <a:solidFill>
                  <a:srgbClr val="1a2fad"/>
                </a:solidFill>
                <a:latin typeface="Calibri"/>
              </a:rPr>
              <a:t>Gogo Shell (OSGi Shell) </a:t>
            </a: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est l’outil principal pour le diagnostic. Il </a:t>
            </a: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est accessible via </a:t>
            </a:r>
            <a:br>
              <a:rPr sz="2100"/>
            </a:br>
            <a:r>
              <a:rPr b="1" i="1" lang="fr-FR" sz="2100" spc="-1" strike="noStrike">
                <a:solidFill>
                  <a:srgbClr val="c9211e"/>
                </a:solidFill>
                <a:latin typeface="Calibri"/>
              </a:rPr>
              <a:t>Panneau de contrôle → Système → Gogo shell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Commandes utiles 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2100" spc="-1" strike="noStrike">
                <a:solidFill>
                  <a:srgbClr val="1a2fad"/>
                </a:solidFill>
                <a:latin typeface="Calibri"/>
                <a:ea typeface="Noto Sans CJK SC"/>
              </a:rPr>
              <a:t>lb</a:t>
            </a:r>
            <a:r>
              <a:rPr b="0" lang="fr-FR" sz="2100" spc="-1" strike="noStrike">
                <a:solidFill>
                  <a:srgbClr val="000000"/>
                </a:solidFill>
                <a:latin typeface="Calibri"/>
                <a:ea typeface="Noto Sans CJK SC"/>
              </a:rPr>
              <a:t>    : Lister les modules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2100" spc="-1" strike="noStrike">
                <a:solidFill>
                  <a:srgbClr val="1a2fad"/>
                </a:solidFill>
                <a:latin typeface="Calibri"/>
                <a:ea typeface="Noto Sans CJK SC"/>
              </a:rPr>
              <a:t>lb -s</a:t>
            </a:r>
            <a:r>
              <a:rPr b="0" lang="fr-FR" sz="2100" spc="-1" strike="noStrike">
                <a:solidFill>
                  <a:srgbClr val="000000"/>
                </a:solidFill>
                <a:latin typeface="Calibri"/>
                <a:ea typeface="Noto Sans CJK SC"/>
              </a:rPr>
              <a:t> : Lister avec les noms symboliques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2100" spc="-1" strike="noStrike">
                <a:solidFill>
                  <a:srgbClr val="1a2fad"/>
                </a:solidFill>
                <a:latin typeface="Calibri"/>
                <a:ea typeface="Noto Sans CJK SC"/>
              </a:rPr>
              <a:t>lb -s | grep document</a:t>
            </a:r>
            <a:r>
              <a:rPr b="0" lang="fr-FR" sz="2100" spc="-1" strike="noStrike">
                <a:solidFill>
                  <a:srgbClr val="000000"/>
                </a:solidFill>
                <a:latin typeface="Calibri"/>
                <a:ea typeface="Noto Sans CJK SC"/>
              </a:rPr>
              <a:t> : Filtrer un domaine fonctionnel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2100" spc="-1" strike="noStrike">
                <a:solidFill>
                  <a:srgbClr val="1a2fad"/>
                </a:solidFill>
                <a:latin typeface="Calibri"/>
                <a:ea typeface="Noto Sans CJK SC"/>
              </a:rPr>
              <a:t>B [bundle_id]</a:t>
            </a:r>
            <a:r>
              <a:rPr b="0" lang="fr-FR" sz="2100" spc="-1" strike="noStrike">
                <a:solidFill>
                  <a:srgbClr val="000000"/>
                </a:solidFill>
                <a:latin typeface="Calibri"/>
                <a:ea typeface="Noto Sans CJK SC"/>
              </a:rPr>
              <a:t> → Détail des packages d’un bundle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2100" spc="-1" strike="noStrike">
                <a:solidFill>
                  <a:srgbClr val="1a2fad"/>
                </a:solidFill>
                <a:latin typeface="Calibri"/>
                <a:ea typeface="Noto Sans CJK SC"/>
              </a:rPr>
              <a:t>install</a:t>
            </a:r>
            <a:r>
              <a:rPr b="0" lang="fr-FR" sz="2100" spc="-1" strike="noStrike">
                <a:solidFill>
                  <a:srgbClr val="000000"/>
                </a:solidFill>
                <a:latin typeface="Calibri"/>
                <a:ea typeface="Noto Sans CJK SC"/>
              </a:rPr>
              <a:t> →  Installation à partir d’un jar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2100" spc="-1" strike="noStrike">
                <a:solidFill>
                  <a:srgbClr val="1a2fad"/>
                </a:solidFill>
                <a:latin typeface="Calibri"/>
                <a:ea typeface="Noto Sans CJK SC"/>
              </a:rPr>
              <a:t>system:check</a:t>
            </a:r>
            <a:r>
              <a:rPr b="0" lang="fr-FR" sz="2100" spc="-1" strike="noStrike">
                <a:solidFill>
                  <a:srgbClr val="000000"/>
                </a:solidFill>
                <a:latin typeface="Calibri"/>
                <a:ea typeface="Noto Sans CJK SC"/>
              </a:rPr>
              <a:t> : Vérification complète de tous les modules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2100" spc="-1" strike="noStrike">
                <a:solidFill>
                  <a:srgbClr val="1a2fad"/>
                </a:solidFill>
                <a:latin typeface="Calibri"/>
                <a:ea typeface="Noto Sans CJK SC"/>
              </a:rPr>
              <a:t>start | stop</a:t>
            </a:r>
            <a:r>
              <a:rPr b="0" lang="fr-FR" sz="2100" spc="-1" strike="noStrike">
                <a:solidFill>
                  <a:srgbClr val="000000"/>
                </a:solidFill>
                <a:latin typeface="Calibri"/>
                <a:ea typeface="Noto Sans CJK SC"/>
              </a:rPr>
              <a:t> : Démarrer, arrêter un module 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2100" spc="-1" strike="noStrike">
                <a:solidFill>
                  <a:srgbClr val="1a2fad"/>
                </a:solidFill>
                <a:latin typeface="Calibri"/>
                <a:ea typeface="Noto Sans CJK SC"/>
              </a:rPr>
              <a:t>dm na </a:t>
            </a:r>
            <a:r>
              <a:rPr b="0" lang="fr-FR" sz="2100" spc="-1" strike="noStrike">
                <a:solidFill>
                  <a:srgbClr val="000000"/>
                </a:solidFill>
                <a:latin typeface="Calibri"/>
                <a:ea typeface="Noto Sans CJK SC"/>
              </a:rPr>
              <a:t>: Liste les modules non résolus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2100" spc="-1" strike="noStrike">
                <a:solidFill>
                  <a:srgbClr val="1e31c9"/>
                </a:solidFill>
                <a:latin typeface="Calibri"/>
                <a:ea typeface="Noto Sans CJK SC"/>
              </a:rPr>
              <a:t>scr </a:t>
            </a:r>
            <a:r>
              <a:rPr b="0" lang="fr-FR" sz="2100" spc="-1" strike="noStrike">
                <a:solidFill>
                  <a:srgbClr val="000000"/>
                </a:solidFill>
                <a:latin typeface="Calibri"/>
                <a:ea typeface="Noto Sans CJK SC"/>
              </a:rPr>
              <a:t>: Les composants OSGI @Component, @Reference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2100" spc="-1" strike="noStrike">
                <a:solidFill>
                  <a:srgbClr val="1e31c9"/>
                </a:solidFill>
                <a:latin typeface="Calibri"/>
                <a:ea typeface="Noto Sans CJK SC"/>
              </a:rPr>
              <a:t>services </a:t>
            </a:r>
            <a:r>
              <a:rPr b="0" lang="fr-FR" sz="2100" spc="-1" strike="noStrike">
                <a:solidFill>
                  <a:srgbClr val="000000"/>
                </a:solidFill>
                <a:latin typeface="Calibri"/>
                <a:ea typeface="Noto Sans CJK SC"/>
              </a:rPr>
              <a:t>: Liste des services exposés par les bundle, attribut </a:t>
            </a:r>
            <a:r>
              <a:rPr b="0" lang="fr-FR" sz="2100" spc="-1" strike="noStrike">
                <a:solidFill>
                  <a:srgbClr val="000000"/>
                </a:solidFill>
                <a:latin typeface="Calibri"/>
                <a:ea typeface="Noto Sans CJK SC"/>
              </a:rPr>
              <a:t>service des @Component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0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En cas de problème 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2" name="PlaceHolder 2"/>
          <p:cNvSpPr>
            <a:spLocks noGrp="1"/>
          </p:cNvSpPr>
          <p:nvPr>
            <p:ph/>
          </p:nvPr>
        </p:nvSpPr>
        <p:spPr>
          <a:xfrm>
            <a:off x="534600" y="1911960"/>
            <a:ext cx="9622440" cy="438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Symptômes typiques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une application ne s’ouvre pas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un menu existe mais renvoie une erreur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une fonctionnalité CMS / staging / search est inactive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Des exceptions dans les traces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Lister les modules et identifier ceux liés au problème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Vérifier le statut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Si statut </a:t>
            </a:r>
            <a:r>
              <a:rPr b="0" i="1" lang="fr-FR" sz="3200" spc="-1" strike="noStrike">
                <a:solidFill>
                  <a:srgbClr val="000000"/>
                </a:solidFill>
                <a:latin typeface="Arial"/>
              </a:rPr>
              <a:t>unsatisfied</a:t>
            </a:r>
            <a:br>
              <a:rPr sz="3200"/>
            </a:br>
            <a:r>
              <a:rPr b="0" i="1" lang="fr-FR" sz="3200" spc="-1" strike="noStrike">
                <a:solidFill>
                  <a:srgbClr val="353d69"/>
                </a:solidFill>
                <a:latin typeface="Arial"/>
              </a:rPr>
              <a:t>scr:list | grep &lt;nom_du_bundle&gt;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Activer les logs de debug du logger pour comprendre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Essayer d’arrêter et redémarrer le module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3" name=""/>
          <p:cNvSpPr/>
          <p:nvPr/>
        </p:nvSpPr>
        <p:spPr>
          <a:xfrm>
            <a:off x="624240" y="6840000"/>
            <a:ext cx="3260160" cy="42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</a:rPr>
              <a:t>Atelier 6 : Modules OSGI et GogoShell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Administration &amp; Exploitation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5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Base de données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Optimisation configuration / logs / sessions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Exploitation des modules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Patching DXP / mises à jour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Environnements, staging, import/export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Pourquoi appliquer des patchs ?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7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Les patchs </a:t>
            </a:r>
            <a:r>
              <a:rPr b="1" lang="fr-FR" sz="2400" spc="-1" strike="noStrike">
                <a:solidFill>
                  <a:srgbClr val="000000"/>
                </a:solidFill>
                <a:latin typeface="Cabri"/>
              </a:rPr>
              <a:t>Liferay DXP</a:t>
            </a: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 fournissent :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Corrections de bugs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Correctifs de sécurité (critiques)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Corrections de performances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Mise à jour des compatibilités (Java, ES…)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Préparation aux upgrades mineurs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Recommandé : maintenir un cycle de patching régulier.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Types de patchs DXP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9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1" i="1" lang="fr-FR" sz="2400" spc="-1" strike="noStrike">
                <a:solidFill>
                  <a:srgbClr val="1511ac"/>
                </a:solidFill>
                <a:latin typeface="Cabri"/>
              </a:rPr>
              <a:t>Hotfix</a:t>
            </a: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 Correctif ciblé fourni par Liferay Support À la demande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1" i="1" lang="fr-FR" sz="2400" spc="-1" strike="noStrike">
                <a:solidFill>
                  <a:srgbClr val="1511ac"/>
                </a:solidFill>
                <a:latin typeface="Cabri"/>
              </a:rPr>
              <a:t>Security Patch</a:t>
            </a: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 Correctifs de vulnérabilités Mensuel / urgent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1" i="1" lang="fr-FR" sz="2400" spc="-1" strike="noStrike">
                <a:solidFill>
                  <a:srgbClr val="1511ac"/>
                </a:solidFill>
                <a:latin typeface="Cabri"/>
              </a:rPr>
              <a:t>Fix Pack / GA Update</a:t>
            </a: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 Regroupement de correctifs généraux Trimestriel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1" i="1" lang="fr-FR" sz="2400" spc="-1" strike="noStrike">
                <a:solidFill>
                  <a:srgbClr val="1511ac"/>
                </a:solidFill>
                <a:latin typeface="Cabri"/>
              </a:rPr>
              <a:t>Service Pack</a:t>
            </a: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 Métapack de consolidation 1–2 fois par an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En 7.4, la tendance est à : Security Updates + Updates Packs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Patching Tool : rôle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1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Le Patching Tool permet :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d'analyser le bundle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d’installer un patch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de vérifier les patchs appliqués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de restaurer un patch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de générer des rapports de compatibilité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Emplacement :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i="1" lang="fr-FR" sz="2400" spc="-1" strike="noStrike">
                <a:solidFill>
                  <a:srgbClr val="000000"/>
                </a:solidFill>
                <a:latin typeface="Cabri"/>
              </a:rPr>
              <a:t>&lt;LIFERAY_HOME&gt;/patching-tool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Vérifier l'état du serveur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Commande :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1" i="1" lang="fr-FR" sz="2400" spc="-1" strike="noStrike">
                <a:solidFill>
                  <a:srgbClr val="353d69"/>
                </a:solidFill>
                <a:latin typeface="Cabri"/>
              </a:rPr>
              <a:t>./patching-tool.sh info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  <a:ea typeface="Courier New"/>
              </a:rPr>
              <a:t>Affiche :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  <a:ea typeface="Courier New"/>
              </a:rPr>
              <a:t>version DXP installée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  <a:ea typeface="Courier New"/>
              </a:rPr>
              <a:t>patchs appliqués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  <a:ea typeface="Courier New"/>
              </a:rPr>
              <a:t>patchs disponibles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  <a:ea typeface="Courier New"/>
              </a:rPr>
              <a:t>niveau de support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  <a:ea typeface="Courier New"/>
              </a:rPr>
              <a:t>état du Patching Tool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Télécharger un patch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5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Les patchs sont fournis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via le Liferay Customer Portal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via abonnement DXP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Chaque patch = archive ZIP contenant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les fichiers modifiés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un fichier </a:t>
            </a:r>
            <a:r>
              <a:rPr b="0" i="1" lang="fr-FR" sz="2100" spc="-1" strike="noStrike">
                <a:solidFill>
                  <a:srgbClr val="000000"/>
                </a:solidFill>
                <a:latin typeface="Cabri"/>
              </a:rPr>
              <a:t>patch.info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scripts de contrôle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Installer un patch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6666"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1. Copier le patch dans :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&lt;LIFERAY_HOME&gt;/patching-tool/patches/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2. Exécuter :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i="1" lang="fr-FR" sz="2400" spc="-1" strike="noStrike">
                <a:solidFill>
                  <a:srgbClr val="000000"/>
                </a:solidFill>
                <a:latin typeface="Cabri"/>
              </a:rPr>
              <a:t>./patching-tool.sh install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3. Redémarrer le serveur Liferay.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  <a:ea typeface="Courier New"/>
              </a:rPr>
              <a:t>L’outil vérifie :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  <a:ea typeface="Courier New"/>
              </a:rPr>
              <a:t>compatibilité version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  <a:ea typeface="Courier New"/>
              </a:rPr>
              <a:t>dépendances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  <a:ea typeface="Courier New"/>
              </a:rPr>
              <a:t>conflits éventuels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Désinstaller / rollback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9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Deux méthodes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Si le patch est encore présent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i="1" lang="fr-FR" sz="2100" spc="-1" strike="noStrike">
                <a:solidFill>
                  <a:srgbClr val="000000"/>
                </a:solidFill>
                <a:latin typeface="Cabri"/>
              </a:rPr>
              <a:t>./patching-tool.sh revert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Sinon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Supprimer manuellement le patch + réinstaller une version propre.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Toujours faire un snapshot avant patching.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Diagnostiquer un patch mal appliqué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1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3333"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Indicateurs typiques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i="1" lang="fr-FR" sz="2000" spc="-1" strike="noStrike">
                <a:solidFill>
                  <a:srgbClr val="000000"/>
                </a:solidFill>
                <a:latin typeface="Cabri"/>
              </a:rPr>
              <a:t>patching-tool info</a:t>
            </a: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 ne liste pas le patch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erreurs au démarrage Tomcat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modules OSGi en état Unsatisfied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version incorrecte dans /o/system-status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Solutions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patching-tool.sh revert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vérifier droits d’écriture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supprimer .liferay dans le dossier du patching tool (réinitialisation)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réinstaller patch proprement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Patch vs Upgrade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3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1" lang="fr-FR" sz="2200" spc="-1" strike="noStrike">
                <a:solidFill>
                  <a:srgbClr val="1511ac"/>
                </a:solidFill>
                <a:latin typeface="Cabri"/>
              </a:rPr>
              <a:t>Patch</a:t>
            </a: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 Corrige le système existant Faible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1" lang="fr-FR" sz="2200" spc="-1" strike="noStrike">
                <a:solidFill>
                  <a:srgbClr val="1511ac"/>
                </a:solidFill>
                <a:latin typeface="Cabri"/>
              </a:rPr>
              <a:t>Upgrade mineur</a:t>
            </a: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 GA → GA ou FixPack → FixPack Moyen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1" lang="fr-FR" sz="2200" spc="-1" strike="noStrike">
                <a:solidFill>
                  <a:srgbClr val="1511ac"/>
                </a:solidFill>
                <a:latin typeface="Cabri"/>
              </a:rPr>
              <a:t>Upgrade majeur</a:t>
            </a: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 7.2 → 7.3 → 7.4 Élevé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Processus d’upgrade majeur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5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bri"/>
              </a:rPr>
              <a:t>Étapes recommandées :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bri"/>
              </a:rPr>
              <a:t>1. Préparer un environnement de test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bri"/>
              </a:rPr>
              <a:t>2. Mettre à jour :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bri"/>
              </a:rPr>
              <a:t>JDK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bri"/>
              </a:rPr>
              <a:t>Tomcat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bri"/>
              </a:rPr>
              <a:t>modules custom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bri"/>
              </a:rPr>
              <a:t>3. Vérifier compatibilité des apps Marketplace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bri"/>
              </a:rPr>
              <a:t>4. Lancer les scripts upgrade :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i="1" lang="fr-FR" sz="1500" spc="-1" strike="noStrike">
                <a:solidFill>
                  <a:srgbClr val="000000"/>
                </a:solidFill>
                <a:latin typeface="Cabri"/>
              </a:rPr>
              <a:t>./gradlew upgrade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bri"/>
              </a:rPr>
              <a:t>ou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i="1" lang="fr-FR" sz="1500" spc="-1" strike="noStrike">
                <a:solidFill>
                  <a:srgbClr val="000000"/>
                </a:solidFill>
                <a:latin typeface="Cabri"/>
              </a:rPr>
              <a:t>/opt/liferay/tools/portal-tools-db-upgrade-client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bri"/>
              </a:rPr>
              <a:t>5. Vérifier index de recherche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bri"/>
              </a:rPr>
              <a:t>6. Valider via tests fonctionnels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Compatibilité code custom lors de l’upgrade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7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Checklist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API obsolètes remplacées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Service Builder régénéré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REST Builder mis à jour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OSGi : vérifier bnd.bnd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Clay / React : mise à jour front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Thème recompilé avec nouvelle base Clay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Bonnes pratiques de mise à jour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9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Migrer progressivement (version par version)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Régénérer tous les modules Service Builder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Ré-indexer après upgrade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Tester chaque étape (unité / intégration / charge)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Vérifier les Display Pages &amp; Fragments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Mettre à jour la base Elasticsearch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Version CE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1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5000" lnSpcReduction="20000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L’outil patch n’est pas disponible, on upgrade la version en remplaçant le bundle et en gardant les données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Ce que l’on garde 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BD, répertoire data/, osgi/modules, osgi/configs, portal-ext.properties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Ce que l’on remplace 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Le bundle tomcat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Les répertoires techniques : osgi/state, osgi/tmp, tomcat/work, tomcat/temp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Bonnes pratiques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Stopper Liferay avant copie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Ne pas copier l’état OSGi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Vérifier DB et liferay.home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Tester sur un environnement intermédiaire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Administration &amp; Exploitation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3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Base de données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Optimisation configuration / logs / sessions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Exploitation des modules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Patching DXP / mises à jour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Environnements, staging, import/export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Pourquoi plusieurs environnements ?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5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Une organisation standard Liferay utilise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Dev : développement des modules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Intégration : assemblage + tests fonctionnels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Préproduction : tests de charge / validation client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Production : site final, disponibilité garantie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Objectifs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Sécurité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Qualité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Continuité de service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Déploiements contrôlés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Ce qui doit varier selon l’environnement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7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Les paramètres suivants ne doivent jamais être codés en dur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URLs externes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Identifiants LDAP / SSO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Paramètres DB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Paramètres Elasticsearch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Configurations d’email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Secrets / tokens OAuth2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Paramètres cluster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➡ </a:t>
            </a: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Externaliser via .config OSGi + variables d’environnement.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Configuration externalisée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9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3333"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Méthodes recommandées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1. Configurations OSGi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osgi/configs/*.config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Versionnables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Déployables via CI/CD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2. Variables d’environnement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Docker / Kubernetes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Remplacent les propriétés dynamiquement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3. portal-ext.properties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Pour les réglages fondamentaux seulement.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PlaceHolder 1"/>
          <p:cNvSpPr>
            <a:spLocks noGrp="1"/>
          </p:cNvSpPr>
          <p:nvPr>
            <p:ph type="title"/>
          </p:nvPr>
        </p:nvSpPr>
        <p:spPr>
          <a:xfrm>
            <a:off x="1090800" y="462960"/>
            <a:ext cx="8508960" cy="909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Ce qui doit être identique entre environnements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1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Modules OSGi déployés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Version du thème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Structures / templates du CMS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Modèle de données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Permissions globales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Configuration des rôles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Objectif : éviter la dérive de configuration.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Présentation Export / Import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3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8333"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Fonctionnalité accessible via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1" i="1" lang="fr-FR" sz="3200" spc="-1" strike="noStrike">
                <a:solidFill>
                  <a:srgbClr val="c9211e"/>
                </a:solidFill>
                <a:latin typeface="Cabri"/>
              </a:rPr>
              <a:t>Site Menu → Publishing → Export / Import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Permet de transférer entre environnements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Pages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Web contents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Documents &amp; Media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Structures &amp; Templates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Catégories &amp; Tags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Données applicatives compatibles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Export d’un site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5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0000"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600" spc="-1" strike="noStrike">
                <a:solidFill>
                  <a:srgbClr val="000000"/>
                </a:solidFill>
                <a:latin typeface="Cabri"/>
              </a:rPr>
              <a:t>Étapes :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600" spc="-1" strike="noStrike">
                <a:solidFill>
                  <a:srgbClr val="000000"/>
                </a:solidFill>
                <a:latin typeface="Cabri"/>
              </a:rPr>
              <a:t>Aller dans Export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600" spc="-1" strike="noStrike">
                <a:solidFill>
                  <a:srgbClr val="000000"/>
                </a:solidFill>
                <a:latin typeface="Cabri"/>
              </a:rPr>
              <a:t>Sélectionner :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600" spc="-1" strike="noStrike">
                <a:solidFill>
                  <a:srgbClr val="000000"/>
                </a:solidFill>
                <a:latin typeface="Cabri"/>
              </a:rPr>
              <a:t>Pages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600" spc="-1" strike="noStrike">
                <a:solidFill>
                  <a:srgbClr val="000000"/>
                </a:solidFill>
                <a:latin typeface="Cabri"/>
              </a:rPr>
              <a:t>Contenus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600" spc="-1" strike="noStrike">
                <a:solidFill>
                  <a:srgbClr val="000000"/>
                </a:solidFill>
                <a:latin typeface="Cabri"/>
              </a:rPr>
              <a:t>Documents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600" spc="-1" strike="noStrike">
                <a:solidFill>
                  <a:srgbClr val="000000"/>
                </a:solidFill>
                <a:latin typeface="Cabri"/>
              </a:rPr>
              <a:t>Métadonnées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600" spc="-1" strike="noStrike">
                <a:solidFill>
                  <a:srgbClr val="000000"/>
                </a:solidFill>
                <a:latin typeface="Cabri"/>
              </a:rPr>
              <a:t>Choisir compression &amp; options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600" spc="-1" strike="noStrike">
                <a:solidFill>
                  <a:srgbClr val="000000"/>
                </a:solidFill>
                <a:latin typeface="Cabri"/>
              </a:rPr>
              <a:t>Télécharger le fichier .lar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bri"/>
              </a:rPr>
              <a:t>Le fichier .lar contient :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bri"/>
              </a:rPr>
              <a:t>données sérialisées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bri"/>
              </a:rPr>
              <a:t>fichiers accompagnants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bri"/>
              </a:rPr>
              <a:t>permissions facultatives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Import dans un autre environnement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7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6666"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Étapes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Aller dans </a:t>
            </a:r>
            <a:r>
              <a:rPr b="1" i="1" lang="fr-FR" sz="2100" spc="-1" strike="noStrike">
                <a:solidFill>
                  <a:srgbClr val="c9211e"/>
                </a:solidFill>
                <a:latin typeface="Cabri"/>
              </a:rPr>
              <a:t>En cours de publication - Import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Importer le </a:t>
            </a:r>
            <a:r>
              <a:rPr b="1" i="1" lang="fr-FR" sz="2100" spc="-1" strike="noStrike">
                <a:solidFill>
                  <a:srgbClr val="0e237d"/>
                </a:solidFill>
                <a:latin typeface="Cabri"/>
              </a:rPr>
              <a:t>.lar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Choisir comportement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Merge with existing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Replace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Mirror (synchronisation)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Lancer l’import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Attention : dépendances entre contenus.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(Règle : importer les structures AVANT les contenus).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Limites de l’Export / Import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9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Ne migre pas les configurations système (.config)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Ne migre pas les utilisateurs (hors LDAP)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Ne migre pas les configurations applicatives complexes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Peut créer des doublons si mal utilisé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Sensible aux permissions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➡ </a:t>
            </a: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Pour un portail volumineux, préférer le Staging.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Qu’est-ce que le Staging ?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1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Fonctionnalité permettant de :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préparer le site dans un environnement “brouillon”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valider les contenus et pages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publier manuellement ou automatiquement vers le site “live”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Deux modes :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Local Staging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Remote Staging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Local Staging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3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Les environnements “staged” et “live” sont sur la même instance.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Caractéristiques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Facile à configurer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Idéal pour un intranet ou un petit portail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Impact minimal sur réseau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Prévisualisation en direct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Limite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même base → pas d’isolation complète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Remote Staging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5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Environnements “staged” et “live” sur deux serveurs différents.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Avantages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Isolation complète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Perf du front intacte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Séparation totale des données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Recommandé pour gros volume &amp; sites publics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Limites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Configuration réseau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Cohérence des versions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Gestion des échecs de réplication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Ce que le Staging publie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7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3333"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Pages (structure, layouts, fragments)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Web contents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Documents &amp; Media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Structures / Templates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Taxonomies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Permissions (optionnel)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Ne publie pas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Configurations système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Modules OSGi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Paramétrages d’infrastructure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Cycle de publication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9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Font typeface="OpenSymbol"/>
              <a:buAutoNum type="arabicParenR"/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Création dans l’environnement de staging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Font typeface="OpenSymbol"/>
              <a:buAutoNum type="arabicParenR"/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Prévisualisation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Font typeface="OpenSymbol"/>
              <a:buAutoNum type="arabicParenR"/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Validation (workflow selon paramétrage)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Font typeface="OpenSymbol"/>
              <a:buAutoNum type="arabicParenR"/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Publication vers live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Font typeface="OpenSymbol"/>
              <a:buAutoNum type="arabicParenR"/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Contenu immédiatement disponible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Modes de publication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Manuelle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Programmée (cron-like)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Automatique (rare)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4000" spc="-1" strike="noStrike">
                <a:solidFill>
                  <a:srgbClr val="000000"/>
                </a:solidFill>
                <a:latin typeface="Arial"/>
              </a:rPr>
              <a:t>Choisir entre Staging et Import/Export</a:t>
            </a:r>
            <a:endParaRPr b="0" lang="fr-FR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1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216000" indent="-216000">
              <a:lnSpc>
                <a:spcPct val="100000"/>
              </a:lnSpc>
              <a:spcAft>
                <a:spcPts val="1417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Site en forte évolution : Staging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1417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Migration ponctuelle : Export / Import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1417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Copie de site existant : Export / Import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1417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Travail collaboratif sur pages : Staging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1417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Gros portail public : Remote Staging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2" name=""/>
          <p:cNvSpPr/>
          <p:nvPr/>
        </p:nvSpPr>
        <p:spPr>
          <a:xfrm>
            <a:off x="720000" y="6770880"/>
            <a:ext cx="3260160" cy="42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</a:rPr>
              <a:t>Atelier 7 : Staging + Import/Export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Développement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4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Mise en place IDE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Développement Portlet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Service Builder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REST Builder et Client Extensions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Sécurité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Extensions : Asset, Thèmes,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Pré-requis pour le poste de développement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6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Poste de développement : Windows, Linux ou macOS.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JDK 8 ou 11 selon la distribution Liferay utilisée.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Accès à une base de données (PostgreSQL, MariaDB/MySQL, etc.) pour les environnements pérennes.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Outils de développement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Java, Git,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un IDE (Eclipse / Liferay Developer Studio / IntelliJ).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Mode développeur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Activation (portal-ext.properties)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i="1" lang="fr-FR" sz="2200" spc="-1" strike="noStrike">
                <a:solidFill>
                  <a:srgbClr val="000000"/>
                </a:solidFill>
                <a:latin typeface="Cabri"/>
              </a:rPr>
              <a:t>theme.css.fast.load=false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i="1" lang="fr-FR" sz="2200" spc="-1" strike="noStrike">
                <a:solidFill>
                  <a:srgbClr val="000000"/>
                </a:solidFill>
                <a:latin typeface="Cabri"/>
              </a:rPr>
              <a:t>layout.template.cache.enabled=false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i="1" lang="fr-FR" sz="2200" spc="-1" strike="noStrike">
                <a:solidFill>
                  <a:srgbClr val="000000"/>
                </a:solidFill>
                <a:latin typeface="Cabri"/>
              </a:rPr>
              <a:t>browser.launcher.url=http://localhost:8080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  <a:ea typeface="Courier New"/>
              </a:rPr>
              <a:t>Avantages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  <a:ea typeface="Courier New"/>
              </a:rPr>
              <a:t>Affichage des templates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  <a:ea typeface="Courier New"/>
              </a:rPr>
              <a:t>Réduction du cache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  <a:ea typeface="Courier New"/>
              </a:rPr>
              <a:t>Logs plus explicites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PlaceHolder 1"/>
          <p:cNvSpPr>
            <a:spLocks noGrp="1"/>
          </p:cNvSpPr>
          <p:nvPr>
            <p:ph type="title"/>
          </p:nvPr>
        </p:nvSpPr>
        <p:spPr>
          <a:xfrm>
            <a:off x="1090800" y="462960"/>
            <a:ext cx="8508960" cy="909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Mise en place de l’environnement de développement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0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Installer </a:t>
            </a:r>
            <a:r>
              <a:rPr b="1" i="1" lang="fr-FR" sz="2600" spc="-1" strike="noStrike">
                <a:solidFill>
                  <a:srgbClr val="1a2fad"/>
                </a:solidFill>
                <a:latin typeface="Calibri"/>
              </a:rPr>
              <a:t>Blade CLI</a:t>
            </a: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 sur le poste de développement.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Créer un </a:t>
            </a:r>
            <a:r>
              <a:rPr b="1" lang="fr-FR" sz="2600" spc="-1" strike="noStrike">
                <a:solidFill>
                  <a:srgbClr val="1a2fad"/>
                </a:solidFill>
                <a:latin typeface="Calibri"/>
              </a:rPr>
              <a:t>Liferay Workspace</a:t>
            </a: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 dans un répertoire de travail :</a:t>
            </a:r>
            <a:br>
              <a:rPr sz="2600"/>
            </a:br>
            <a:r>
              <a:rPr b="1" i="1" lang="fr-FR" sz="2600" spc="-1" strike="noStrike">
                <a:solidFill>
                  <a:srgbClr val="1a2fad"/>
                </a:solidFill>
                <a:latin typeface="Courier New"/>
              </a:rPr>
              <a:t>blade init liferay-workspace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Initialisation Gradle ou Maven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configuration de la version produit 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Ce workspace contiendra les modules (apps, thèmes, services, etc.) du projet.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Intégration avec l’IDE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2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Importer le workspace dans l’IDE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Liferay Developer Studio (Eclipse packagé) ou Eclipse + plugins Liferay</a:t>
            </a:r>
            <a:br>
              <a:rPr sz="2000"/>
            </a:b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Peu maintenu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IntelliJ IDEA avec le plugin Liferay.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L’IDE reconnaît les projets Gradle/Maven du workspace et fournit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assistants de création de modules,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support pour le déploiement sur le serveur Liferay,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complétion des APIs Liferay.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3" name=""/>
          <p:cNvSpPr/>
          <p:nvPr/>
        </p:nvSpPr>
        <p:spPr>
          <a:xfrm>
            <a:off x="528120" y="6770880"/>
            <a:ext cx="3260160" cy="42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</a:rPr>
              <a:t>Atelier 8 : IDE et Premier portlet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Développement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5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Mise en place IDE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Développement Portlet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Service Builder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REST Builder et Client Extensions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Sécurité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Extensions : Asset, Thèmes,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Qu’est-ce qu’un portlet ?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7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Composant web générant un fragment de page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Cycle de vie géré par le portlet container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Contenu final agrégé par le portail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Interaction via des URLs portlet (</a:t>
            </a:r>
            <a:r>
              <a:rPr b="0" i="1" lang="fr-FR" sz="2400" spc="-1" strike="noStrike">
                <a:solidFill>
                  <a:srgbClr val="000000"/>
                </a:solidFill>
                <a:latin typeface="Calibri"/>
              </a:rPr>
              <a:t>action, render, resource</a:t>
            </a: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)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Plusieurs instances possibles sur une même page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Structure d’un module MVC Portlet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9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8333" lnSpcReduction="10000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Module généré via Blade  :</a:t>
            </a:r>
            <a:br>
              <a:rPr sz="2000"/>
            </a:br>
            <a:r>
              <a:rPr b="0" lang="fr-FR" sz="20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blade create -t mvc-portlet ...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000" spc="-1" strike="noStrike">
                <a:solidFill>
                  <a:srgbClr val="1511ac"/>
                </a:solidFill>
                <a:latin typeface="Calibri"/>
                <a:ea typeface="Noto Sans CJK SC"/>
              </a:rPr>
              <a:t>bnd.bnd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 : informations OSGi du module ;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000" spc="-1" strike="noStrike">
                <a:solidFill>
                  <a:srgbClr val="1511ac"/>
                </a:solidFill>
                <a:latin typeface="Calibri"/>
                <a:ea typeface="Noto Sans CJK SC"/>
              </a:rPr>
              <a:t>build.gradle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 ou </a:t>
            </a:r>
            <a:r>
              <a:rPr b="1" i="1" lang="fr-FR" sz="2000" spc="-1" strike="noStrike">
                <a:solidFill>
                  <a:srgbClr val="1511ac"/>
                </a:solidFill>
                <a:latin typeface="Calibri"/>
                <a:ea typeface="Noto Sans CJK SC"/>
              </a:rPr>
              <a:t>pom.xml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 : dépendances et configuration de build ;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000" spc="-1" strike="noStrike">
                <a:solidFill>
                  <a:srgbClr val="1511ac"/>
                </a:solidFill>
                <a:latin typeface="Calibri"/>
                <a:ea typeface="Noto Sans CJK SC"/>
              </a:rPr>
              <a:t>src/main/java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 : classe portlet </a:t>
            </a:r>
            <a:r>
              <a:rPr b="0" i="1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@Component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 étendant MVCPortlet ;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000" spc="-1" strike="noStrike">
                <a:solidFill>
                  <a:srgbClr val="1511ac"/>
                </a:solidFill>
                <a:latin typeface="Calibri"/>
                <a:ea typeface="Noto Sans CJK SC"/>
              </a:rPr>
              <a:t>src/main/resources/META-INF/resources/view.jsp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 (et autres JSP) pour la vue ;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ressources additionnelles (i18n, fichiers de configuration).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Le déploiement s’effectue via Gradle/Maven (tâche deploy) ou en copiant l’archive dans </a:t>
            </a:r>
            <a:r>
              <a:rPr b="0" i="1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deploy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.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Cycle de vie / JSR-286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1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5000" lnSpcReduction="10000"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Phases principales :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lang="fr-FR" sz="2600" spc="-1" strike="noStrike">
                <a:solidFill>
                  <a:srgbClr val="1511ac"/>
                </a:solidFill>
                <a:latin typeface="Calibri"/>
              </a:rPr>
              <a:t>Action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Traitement d’une action utilisateur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Mise à jour du modèle + validation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lang="fr-FR" sz="2600" spc="-1" strike="noStrike">
                <a:solidFill>
                  <a:srgbClr val="1511ac"/>
                </a:solidFill>
                <a:latin typeface="Calibri"/>
              </a:rPr>
              <a:t>Render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Production du HTML final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Chargement de la JSP définie par mvcPath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lang="fr-FR" sz="2600" spc="-1" strike="noStrike">
                <a:solidFill>
                  <a:srgbClr val="1511ac"/>
                </a:solidFill>
                <a:latin typeface="Calibri"/>
              </a:rPr>
              <a:t>Resource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Requêtes AJAX / JSON / flux binaire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Implémentée via </a:t>
            </a:r>
            <a:r>
              <a:rPr b="0" i="1" lang="fr-FR" sz="2600" spc="-1" strike="noStrike">
                <a:solidFill>
                  <a:srgbClr val="000000"/>
                </a:solidFill>
                <a:latin typeface="Calibri"/>
              </a:rPr>
              <a:t>MVCResourceCommand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lang="fr-FR" sz="2600" spc="-1" strike="noStrike">
                <a:solidFill>
                  <a:srgbClr val="1511ac"/>
                </a:solidFill>
                <a:latin typeface="Calibri"/>
              </a:rPr>
              <a:t>Event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Communication inter-portlets (peu utilisée)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Modes &amp; États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3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6666"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Modes fonctionnels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3600" spc="-1" strike="noStrike">
                <a:solidFill>
                  <a:srgbClr val="1511ac"/>
                </a:solidFill>
                <a:latin typeface="Calibri"/>
              </a:rPr>
              <a:t>view</a:t>
            </a: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 : affichage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3600" spc="-1" strike="noStrike">
                <a:solidFill>
                  <a:srgbClr val="1511ac"/>
                </a:solidFill>
                <a:latin typeface="Calibri"/>
              </a:rPr>
              <a:t>edit</a:t>
            </a: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 : configuration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3600" spc="-1" strike="noStrike">
                <a:solidFill>
                  <a:srgbClr val="1511ac"/>
                </a:solidFill>
                <a:latin typeface="Calibri"/>
              </a:rPr>
              <a:t>help</a:t>
            </a: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 : aide (rare)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États de fenêtre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3600" spc="-1" strike="noStrike">
                <a:solidFill>
                  <a:srgbClr val="1511ac"/>
                </a:solidFill>
                <a:latin typeface="Calibri"/>
              </a:rPr>
              <a:t>normal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3600" spc="-1" strike="noStrike">
                <a:solidFill>
                  <a:srgbClr val="1511ac"/>
                </a:solidFill>
                <a:latin typeface="Calibri"/>
              </a:rPr>
              <a:t>maximized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3600" spc="-1" strike="noStrike">
                <a:solidFill>
                  <a:srgbClr val="1511ac"/>
                </a:solidFill>
                <a:latin typeface="Calibri"/>
              </a:rPr>
              <a:t>minimized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Portlet MVC : principes Liferay 7.4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5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Basé sur des modules </a:t>
            </a:r>
            <a:r>
              <a:rPr b="1" lang="fr-FR" sz="1800" spc="-1" strike="noStrike">
                <a:solidFill>
                  <a:srgbClr val="1511ac"/>
                </a:solidFill>
                <a:latin typeface="Calibri"/>
              </a:rPr>
              <a:t>OSGi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Classe historique contrôleur : </a:t>
            </a:r>
            <a:r>
              <a:rPr b="1" lang="fr-FR" sz="1800" spc="-1" strike="noStrike">
                <a:solidFill>
                  <a:srgbClr val="1511ac"/>
                </a:solidFill>
                <a:latin typeface="Calibri"/>
              </a:rPr>
              <a:t>MVCPortlet 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avec surcharge des méthodes </a:t>
            </a: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doView, processAction et serveResource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Vues : JSP sous </a:t>
            </a:r>
            <a:r>
              <a:rPr b="1" i="1" lang="fr-FR" sz="1800" spc="-1" strike="noStrike">
                <a:solidFill>
                  <a:srgbClr val="1511ac"/>
                </a:solidFill>
                <a:latin typeface="Calibri"/>
              </a:rPr>
              <a:t>META-INF/resources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Sélection de la JSP via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Attribut d’annotation ou paramètre d’URL </a:t>
            </a:r>
            <a:r>
              <a:rPr b="1" i="1" lang="fr-FR" sz="1800" spc="-1" strike="noStrike">
                <a:solidFill>
                  <a:srgbClr val="1a2fad"/>
                </a:solidFill>
                <a:latin typeface="Calibri"/>
              </a:rPr>
              <a:t>mvc-path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Pattern commande permettant une séparation claire, impliquant 3 classes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Action = </a:t>
            </a:r>
            <a:r>
              <a:rPr b="0" i="1" lang="fr-FR" sz="1800" spc="-1" strike="noStrike">
                <a:solidFill>
                  <a:srgbClr val="000000"/>
                </a:solidFill>
                <a:latin typeface="Calibri"/>
              </a:rPr>
              <a:t>MVCActionCommand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Render = </a:t>
            </a:r>
            <a:r>
              <a:rPr b="0" i="1" lang="fr-FR" sz="1800" spc="-1" strike="noStrike">
                <a:solidFill>
                  <a:srgbClr val="000000"/>
                </a:solidFill>
                <a:latin typeface="Calibri"/>
              </a:rPr>
              <a:t>MVCRenderCommand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Resource = </a:t>
            </a:r>
            <a:r>
              <a:rPr b="0" i="1" lang="fr-FR" sz="1800" spc="-1" strike="noStrike">
                <a:solidFill>
                  <a:srgbClr val="000000"/>
                </a:solidFill>
                <a:latin typeface="Calibri"/>
              </a:rPr>
              <a:t>MVCResourceCommand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Structure d’un module MVC Portlet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7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hello-web/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├─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bnd.bnd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├─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build.gradle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└─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src/main/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  ├─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java/com/acme/hello/HelloPortlet.java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  └─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resources/META-INF/resources/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        ├─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view.jsp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        ├─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edit.jsp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        └─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css/js/img…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ail"/>
              </a:rPr>
              <a:t>Exemple minimal : classe portlet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9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@Component(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  </a:t>
            </a: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property = {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    </a:t>
            </a: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"javax.portlet.name=demo_mvc",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    </a:t>
            </a: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"javax.portlet.init-param.mvc-path=/view.jsp",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    </a:t>
            </a: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"javax.portlet.display-name=Demo MVC"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  </a:t>
            </a: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},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  </a:t>
            </a: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service = Portlet.class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)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public class DemoMVCPortlet extends MVCPortlet { }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i="1" lang="fr-FR" sz="3200" spc="-1" strike="noStrike">
                <a:solidFill>
                  <a:srgbClr val="000000"/>
                </a:solidFill>
                <a:latin typeface="Arial"/>
              </a:rPr>
              <a:t>MVCActionCommand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: traitement &amp; validation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1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89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222"/>
          </a:bodyPr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@Component(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  </a:t>
            </a: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property = {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    </a:t>
            </a: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"javax.portlet.name=demo_mvc",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    </a:t>
            </a: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"mvc.command.name=saveEntry"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  </a:t>
            </a: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},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  </a:t>
            </a: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service = MVCActionCommand.class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)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public class SaveEntryMVCActionCommand </a:t>
            </a: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implements MVCActionCommand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{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@Override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public boolean processAction(ActionRequest req, ActionResponse resp) {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String title = ParamUtil.getString(req, "title");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if (Validator.isNull(title)) {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SessionErrors.add(req, "title-required");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resp.setRenderParameter("mvcPath", "/edit.jsp");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return false;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SessionMessages.add(req, "entry-saved");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return </a:t>
            </a: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true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Navigation entre vues : </a:t>
            </a:r>
            <a:r>
              <a:rPr b="0" i="1" lang="fr-FR" sz="3200" spc="-1" strike="noStrike">
                <a:solidFill>
                  <a:srgbClr val="000000"/>
                </a:solidFill>
                <a:latin typeface="Arial"/>
              </a:rPr>
              <a:t>mvcPath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3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Dans une JSP :</a:t>
            </a:r>
            <a:br>
              <a:rPr sz="2200"/>
            </a:b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&lt;</a:t>
            </a:r>
            <a:r>
              <a:rPr b="1" lang="fr-FR" sz="2200" spc="-1" strike="noStrike">
                <a:solidFill>
                  <a:srgbClr val="1a2fad"/>
                </a:solidFill>
                <a:latin typeface="Courier New"/>
              </a:rPr>
              <a:t>portlet:renderURL</a:t>
            </a: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 var="editURL"&gt;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&lt;portlet:param name="</a:t>
            </a:r>
            <a:r>
              <a:rPr b="1" lang="fr-FR" sz="2200" spc="-1" strike="noStrike">
                <a:solidFill>
                  <a:srgbClr val="1a2fad"/>
                </a:solidFill>
                <a:latin typeface="Courier New"/>
              </a:rPr>
              <a:t>mvcPath</a:t>
            </a: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" value="/edit.jsp"/&gt;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&lt;/portlet:renderURL&gt;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Dans une </a:t>
            </a:r>
            <a:r>
              <a:rPr b="0" i="1" lang="fr-FR" sz="2200" spc="-1" strike="noStrike">
                <a:solidFill>
                  <a:srgbClr val="000000"/>
                </a:solidFill>
                <a:latin typeface="Calibri"/>
              </a:rPr>
              <a:t>ActionCommand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resp.</a:t>
            </a:r>
            <a:r>
              <a:rPr b="1" lang="fr-FR" sz="2200" spc="-1" strike="noStrike">
                <a:solidFill>
                  <a:srgbClr val="1a2fad"/>
                </a:solidFill>
                <a:latin typeface="Courier New"/>
              </a:rPr>
              <a:t>setRenderParameter</a:t>
            </a: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("</a:t>
            </a:r>
            <a:r>
              <a:rPr b="1" lang="fr-FR" sz="2200" spc="-1" strike="noStrike">
                <a:solidFill>
                  <a:srgbClr val="1a2fad"/>
                </a:solidFill>
                <a:latin typeface="Courier New"/>
              </a:rPr>
              <a:t>mvcPath</a:t>
            </a: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", "/edit.jsp");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Validation : concepts Liferay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5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Validation « métier » dans </a:t>
            </a:r>
            <a:r>
              <a:rPr b="0" i="1" lang="fr-FR" sz="2800" spc="-1" strike="noStrike">
                <a:solidFill>
                  <a:srgbClr val="000000"/>
                </a:solidFill>
                <a:latin typeface="Calibri"/>
              </a:rPr>
              <a:t>MVCActionCommand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Utilitaires :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1511ac"/>
                </a:solidFill>
                <a:latin typeface="Calibri"/>
              </a:rPr>
              <a:t>ParamUtil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1511ac"/>
                </a:solidFill>
                <a:latin typeface="Calibri"/>
              </a:rPr>
              <a:t>Validator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Messages :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Erreurs : SessionErrors.add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Information : SessionMessages.add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Affichage dans la JSP via :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ourier New"/>
              </a:rPr>
              <a:t>&lt;</a:t>
            </a:r>
            <a:r>
              <a:rPr b="1" i="1" lang="fr-FR" sz="2100" spc="-1" strike="noStrike">
                <a:solidFill>
                  <a:srgbClr val="1511ac"/>
                </a:solidFill>
                <a:latin typeface="Courier New"/>
              </a:rPr>
              <a:t>liferay-ui:error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2100" spc="-1" strike="noStrike">
                <a:solidFill>
                  <a:srgbClr val="1511ac"/>
                </a:solidFill>
                <a:latin typeface="Courier New"/>
              </a:rPr>
              <a:t>&lt;liferay-ui:success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6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Validation côté service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7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La couche service gère la validation avancée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En cas d’erreur → exception métier (ex. </a:t>
            </a:r>
            <a:r>
              <a:rPr b="0" i="1" lang="fr-FR" sz="2800" spc="-1" strike="noStrike">
                <a:solidFill>
                  <a:srgbClr val="000000"/>
                </a:solidFill>
                <a:latin typeface="Calibri"/>
              </a:rPr>
              <a:t>EntryValidationException</a:t>
            </a: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)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Permet une validation centralisée, réutilisable via APIs REST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8" name=""/>
          <p:cNvSpPr/>
          <p:nvPr/>
        </p:nvSpPr>
        <p:spPr>
          <a:xfrm>
            <a:off x="780120" y="6770880"/>
            <a:ext cx="3260160" cy="42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</a:rPr>
              <a:t>Atelier 9 : Portlet MVC avec validation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Développement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0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Mise en place IDE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Développement Portlet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Service Builder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REST Builder et Client Extensions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Sécurité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Extensions : Asset, Thèmes,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Objectifs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2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Définir un modèle métier avec </a:t>
            </a:r>
            <a:r>
              <a:rPr b="1" i="1" lang="fr-FR" sz="3200" spc="-1" strike="noStrike">
                <a:solidFill>
                  <a:srgbClr val="1a2fad"/>
                </a:solidFill>
                <a:latin typeface="Calibri"/>
              </a:rPr>
              <a:t>service.xml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3200" spc="-1" strike="noStrike">
                <a:solidFill>
                  <a:srgbClr val="1a2fad"/>
                </a:solidFill>
                <a:latin typeface="Calibri"/>
              </a:rPr>
              <a:t>Générer</a:t>
            </a: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 tables, modèle, persistance &amp; services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3200" spc="-1" strike="noStrike">
                <a:solidFill>
                  <a:srgbClr val="1a2fad"/>
                </a:solidFill>
                <a:latin typeface="Calibri"/>
              </a:rPr>
              <a:t>Implémenter</a:t>
            </a: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 règles métier dans la couche service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3200" spc="-1" strike="noStrike">
                <a:solidFill>
                  <a:srgbClr val="1a2fad"/>
                </a:solidFill>
                <a:latin typeface="Calibri"/>
              </a:rPr>
              <a:t>Exposer</a:t>
            </a: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 des APIs distantes modernes RestFul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000" spc="-1" strike="noStrike">
                <a:solidFill>
                  <a:srgbClr val="000000"/>
                </a:solidFill>
                <a:latin typeface="Calibri"/>
              </a:rPr>
              <a:t>Etapes de mise en place</a:t>
            </a:r>
            <a:endParaRPr b="0" lang="fr-FR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4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OpenSymbol"/>
              <a:buAutoNum type="arabicParenR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Décrire le domaine dans </a:t>
            </a:r>
            <a:r>
              <a:rPr b="1" i="1" lang="fr-FR" sz="2800" spc="-1" strike="noStrike">
                <a:solidFill>
                  <a:srgbClr val="1511ac"/>
                </a:solidFill>
                <a:latin typeface="Calibri"/>
              </a:rPr>
              <a:t>service.xml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OpenSymbol"/>
              <a:buAutoNum type="arabicParenR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Exécuter </a:t>
            </a:r>
            <a:r>
              <a:rPr b="1" i="1" lang="fr-FR" sz="2800" spc="-1" strike="noStrike">
                <a:solidFill>
                  <a:srgbClr val="1511ac"/>
                </a:solidFill>
                <a:latin typeface="Calibri"/>
              </a:rPr>
              <a:t>gradlew buildService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OpenSymbol"/>
              <a:buAutoNum type="arabicParenR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Compléter </a:t>
            </a:r>
            <a:r>
              <a:rPr b="1" i="1" lang="fr-FR" sz="2800" spc="-1" strike="noStrike">
                <a:solidFill>
                  <a:srgbClr val="1511ac"/>
                </a:solidFill>
                <a:latin typeface="Calibri"/>
              </a:rPr>
              <a:t>LocalServiceImpl</a:t>
            </a: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 avec la logique métier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OpenSymbol"/>
              <a:buAutoNum type="arabicParenR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Appeler le service depuis les portlets / remote apps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000" spc="-1" strike="noStrike">
                <a:solidFill>
                  <a:srgbClr val="000000"/>
                </a:solidFill>
                <a:latin typeface="Calibri"/>
              </a:rPr>
              <a:t>Exemple d’entité</a:t>
            </a:r>
            <a:endParaRPr b="0" lang="fr-FR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&lt;entity </a:t>
            </a: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name="Event"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local-service="true" remote-service="false"&gt;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1" lang="fr-FR" sz="18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&lt; !-- Colonnes identifiantes --&gt;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&lt;column name="eventId" type="long" primary="true" /&gt;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&lt;column name="groupId" type="long" /&gt;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&lt;column name="companyId" type="long" /&gt;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&lt;column name="userId" type="long" /&gt;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1" lang="fr-FR" sz="18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&lt; !-- Champs spécifiques --&gt;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&lt;column name="name" type="String" /&gt;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&lt;column name="date" type="Date" /&gt;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    </a:t>
            </a:r>
            <a:r>
              <a:rPr b="1" lang="fr-FR" sz="18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&lt; !-- Requêtes --&gt;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&lt;finder name="GroupId" return-type="Collection"&gt;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&lt;finder-column name="groupId"/&gt;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&lt;/finder&gt;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&lt;/entity&gt;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Tables générées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8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Table SQL : même nom que l’entité préfixé par le namespace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Avec colonnes auto-gérées :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i="1" lang="fr-FR" sz="2800" spc="-1" strike="noStrike">
                <a:solidFill>
                  <a:srgbClr val="000000"/>
                </a:solidFill>
                <a:latin typeface="Calibri"/>
              </a:rPr>
              <a:t>companyId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i="1" lang="fr-FR" sz="2800" spc="-1" strike="noStrike">
                <a:solidFill>
                  <a:srgbClr val="000000"/>
                </a:solidFill>
                <a:latin typeface="Calibri"/>
              </a:rPr>
              <a:t>groupId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i="1" lang="fr-FR" sz="2800" spc="-1" strike="noStrike">
                <a:solidFill>
                  <a:srgbClr val="000000"/>
                </a:solidFill>
                <a:latin typeface="Calibri"/>
              </a:rPr>
              <a:t>userId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i="1" lang="fr-FR" sz="2800" spc="-1" strike="noStrike">
                <a:solidFill>
                  <a:srgbClr val="000000"/>
                </a:solidFill>
                <a:latin typeface="Calibri"/>
              </a:rPr>
              <a:t>uuid_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i="1" lang="fr-FR" sz="2800" spc="-1" strike="noStrike">
                <a:solidFill>
                  <a:srgbClr val="000000"/>
                </a:solidFill>
                <a:latin typeface="Calibri"/>
              </a:rPr>
              <a:t>createDate, modifiedDate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PlaceHolder 1"/>
          <p:cNvSpPr>
            <a:spLocks noGrp="1"/>
          </p:cNvSpPr>
          <p:nvPr>
            <p:ph type="title"/>
          </p:nvPr>
        </p:nvSpPr>
        <p:spPr>
          <a:xfrm>
            <a:off x="1090800" y="1146960"/>
            <a:ext cx="8508960" cy="1272240"/>
          </a:xfrm>
          <a:prstGeom prst="rect">
            <a:avLst/>
          </a:prstGeom>
          <a:noFill/>
          <a:ln w="0">
            <a:noFill/>
          </a:ln>
        </p:spPr>
        <p:txBody>
          <a:bodyPr lIns="0" rIns="0" tIns="12600" bIns="0" anchor="t">
            <a:noAutofit/>
          </a:bodyPr>
          <a:p>
            <a:pPr marL="1971000" indent="0">
              <a:lnSpc>
                <a:spcPct val="100000"/>
              </a:lnSpc>
              <a:spcBef>
                <a:spcPts val="99"/>
              </a:spcBef>
              <a:buNone/>
              <a:tabLst>
                <a:tab algn="l" pos="0"/>
              </a:tabLst>
            </a:pPr>
            <a:r>
              <a:rPr b="0" lang="fr-FR" sz="4400" spc="131" strike="noStrike">
                <a:solidFill>
                  <a:schemeClr val="dk1"/>
                </a:solidFill>
                <a:latin typeface="Arial"/>
              </a:rPr>
              <a:t>Fichiers</a:t>
            </a:r>
            <a:r>
              <a:rPr b="0" lang="fr-FR" sz="4400" spc="157" strike="noStrike">
                <a:solidFill>
                  <a:schemeClr val="dk1"/>
                </a:solidFill>
                <a:latin typeface="Arial"/>
              </a:rPr>
              <a:t> </a:t>
            </a:r>
            <a:r>
              <a:rPr b="0" lang="fr-FR" sz="4400" spc="211" strike="noStrike">
                <a:solidFill>
                  <a:schemeClr val="dk1"/>
                </a:solidFill>
                <a:latin typeface="Arial"/>
              </a:rPr>
              <a:t>générés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0" name="PlaceHolder 2"/>
          <p:cNvSpPr>
            <a:spLocks noGrp="1"/>
          </p:cNvSpPr>
          <p:nvPr>
            <p:ph type="sldNum" idx="66"/>
          </p:nvPr>
        </p:nvSpPr>
        <p:spPr>
          <a:xfrm>
            <a:off x="10069920" y="7229160"/>
            <a:ext cx="54360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816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26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8160" indent="0">
              <a:lnSpc>
                <a:spcPts val="2721"/>
              </a:lnSpc>
              <a:buNone/>
              <a:tabLst>
                <a:tab algn="l" pos="0"/>
              </a:tabLst>
            </a:pPr>
            <a:fld id="{64703FE3-4948-4B07-92D8-7B292ADFF7F3}" type="slidenum">
              <a:rPr b="0" lang="fr-FR" sz="2400" spc="-26" strike="noStrike">
                <a:solidFill>
                  <a:schemeClr val="dk1"/>
                </a:solidFill>
                <a:latin typeface="Times New Roman"/>
              </a:rPr>
              <a:t>140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1" name="object 18"/>
          <p:cNvSpPr/>
          <p:nvPr/>
        </p:nvSpPr>
        <p:spPr>
          <a:xfrm>
            <a:off x="872640" y="1980000"/>
            <a:ext cx="8126640" cy="534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6440" bIns="0" anchor="t">
            <a:spAutoFit/>
          </a:bodyPr>
          <a:p>
            <a:pPr marL="346680" indent="-334080">
              <a:lnSpc>
                <a:spcPts val="2769"/>
              </a:lnSpc>
              <a:spcBef>
                <a:spcPts val="366"/>
              </a:spcBef>
              <a:tabLst>
                <a:tab algn="l" pos="0"/>
              </a:tabLst>
            </a:pPr>
            <a:r>
              <a:rPr b="0" lang="fr-FR" sz="2450" spc="80" strike="noStrike">
                <a:solidFill>
                  <a:srgbClr val="000000"/>
                </a:solidFill>
                <a:latin typeface="Arial"/>
              </a:rPr>
              <a:t>La commande </a:t>
            </a:r>
            <a:r>
              <a:rPr b="0" i="1" lang="fr-FR" sz="2450" spc="80" strike="noStrike">
                <a:solidFill>
                  <a:srgbClr val="000000"/>
                </a:solidFill>
                <a:latin typeface="Arial"/>
              </a:rPr>
              <a:t>blade</a:t>
            </a:r>
            <a:r>
              <a:rPr b="0" lang="fr-FR" sz="2450" spc="80" strike="noStrike">
                <a:solidFill>
                  <a:srgbClr val="000000"/>
                </a:solidFill>
                <a:latin typeface="Arial"/>
              </a:rPr>
              <a:t> de création de projet génère 2 modules :</a:t>
            </a:r>
            <a:endParaRPr b="0" lang="fr-FR" sz="2450" spc="-1" strike="noStrike">
              <a:solidFill>
                <a:srgbClr val="000000"/>
              </a:solidFill>
              <a:latin typeface="Arial"/>
            </a:endParaRPr>
          </a:p>
          <a:p>
            <a:pPr lvl="1" marL="346680" indent="-334080">
              <a:lnSpc>
                <a:spcPts val="2769"/>
              </a:lnSpc>
              <a:spcBef>
                <a:spcPts val="366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50" spc="80" strike="noStrike">
                <a:solidFill>
                  <a:srgbClr val="000000"/>
                </a:solidFill>
                <a:latin typeface="Arial"/>
              </a:rPr>
              <a:t>Module </a:t>
            </a:r>
            <a:r>
              <a:rPr b="1" lang="fr-FR" sz="2450" spc="80" strike="noStrike">
                <a:solidFill>
                  <a:srgbClr val="1a2fad"/>
                </a:solidFill>
                <a:latin typeface="Arial"/>
              </a:rPr>
              <a:t>Service</a:t>
            </a:r>
            <a:r>
              <a:rPr b="0" lang="fr-FR" sz="2450" spc="80" strike="noStrike">
                <a:solidFill>
                  <a:srgbClr val="000000"/>
                </a:solidFill>
                <a:latin typeface="Arial"/>
              </a:rPr>
              <a:t> contenant </a:t>
            </a:r>
            <a:r>
              <a:rPr b="0" i="1" lang="fr-FR" sz="2450" spc="80" strike="noStrike">
                <a:solidFill>
                  <a:srgbClr val="000000"/>
                </a:solidFill>
                <a:latin typeface="Arial"/>
              </a:rPr>
              <a:t>service.xml</a:t>
            </a:r>
            <a:endParaRPr b="0" lang="fr-FR" sz="2450" spc="-1" strike="noStrike">
              <a:solidFill>
                <a:srgbClr val="000000"/>
              </a:solidFill>
              <a:latin typeface="Arial"/>
            </a:endParaRPr>
          </a:p>
          <a:p>
            <a:pPr lvl="1" marL="346680" indent="-334080">
              <a:lnSpc>
                <a:spcPts val="2769"/>
              </a:lnSpc>
              <a:spcBef>
                <a:spcPts val="366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50" spc="80" strike="noStrike">
                <a:solidFill>
                  <a:srgbClr val="000000"/>
                </a:solidFill>
                <a:latin typeface="Arial"/>
              </a:rPr>
              <a:t>Module </a:t>
            </a:r>
            <a:r>
              <a:rPr b="1" lang="fr-FR" sz="2450" spc="80" strike="noStrike">
                <a:solidFill>
                  <a:srgbClr val="1a2fad"/>
                </a:solidFill>
                <a:latin typeface="Arial"/>
              </a:rPr>
              <a:t>API</a:t>
            </a:r>
            <a:r>
              <a:rPr b="0" lang="fr-FR" sz="2450" spc="80" strike="noStrike">
                <a:solidFill>
                  <a:srgbClr val="000000"/>
                </a:solidFill>
                <a:latin typeface="Arial"/>
              </a:rPr>
              <a:t> qui reflète les méthodes qui sont implémentées</a:t>
            </a:r>
            <a:endParaRPr b="0" lang="fr-FR" sz="2450" spc="-1" strike="noStrike">
              <a:solidFill>
                <a:srgbClr val="000000"/>
              </a:solidFill>
              <a:latin typeface="Arial"/>
            </a:endParaRPr>
          </a:p>
          <a:p>
            <a:pPr marL="346680" indent="-334080">
              <a:lnSpc>
                <a:spcPts val="2769"/>
              </a:lnSpc>
              <a:spcBef>
                <a:spcPts val="366"/>
              </a:spcBef>
              <a:tabLst>
                <a:tab algn="l" pos="0"/>
              </a:tabLst>
            </a:pPr>
            <a:endParaRPr b="0" lang="fr-FR" sz="2450" spc="-1" strike="noStrike">
              <a:solidFill>
                <a:srgbClr val="000000"/>
              </a:solidFill>
              <a:latin typeface="Arial"/>
            </a:endParaRPr>
          </a:p>
          <a:p>
            <a:pPr marL="346680" indent="-334080">
              <a:lnSpc>
                <a:spcPts val="2769"/>
              </a:lnSpc>
              <a:spcBef>
                <a:spcPts val="366"/>
              </a:spcBef>
              <a:tabLst>
                <a:tab algn="l" pos="0"/>
              </a:tabLst>
            </a:pPr>
            <a:r>
              <a:rPr b="0" lang="fr-FR" sz="2450" spc="80" strike="noStrike">
                <a:solidFill>
                  <a:srgbClr val="000000"/>
                </a:solidFill>
                <a:latin typeface="Arial"/>
              </a:rPr>
              <a:t>Après avoir mis au point service.xml, on génère les classes via une commande Gradle </a:t>
            </a:r>
            <a:br>
              <a:rPr sz="2450"/>
            </a:br>
            <a:r>
              <a:rPr b="0" i="1" lang="fr-FR" sz="2450" spc="80" strike="noStrike">
                <a:solidFill>
                  <a:srgbClr val="000000"/>
                </a:solidFill>
                <a:latin typeface="Arial"/>
              </a:rPr>
              <a:t>./gradlew buildService</a:t>
            </a:r>
            <a:endParaRPr b="0" lang="fr-FR" sz="2450" spc="-1" strike="noStrike">
              <a:solidFill>
                <a:srgbClr val="000000"/>
              </a:solidFill>
              <a:latin typeface="Arial"/>
            </a:endParaRPr>
          </a:p>
          <a:p>
            <a:pPr marL="346680" indent="-334080">
              <a:lnSpc>
                <a:spcPts val="2769"/>
              </a:lnSpc>
              <a:spcBef>
                <a:spcPts val="366"/>
              </a:spcBef>
              <a:tabLst>
                <a:tab algn="l" pos="0"/>
              </a:tabLst>
            </a:pPr>
            <a:endParaRPr b="0" lang="fr-FR" sz="2450" spc="-1" strike="noStrike">
              <a:solidFill>
                <a:srgbClr val="000000"/>
              </a:solidFill>
              <a:latin typeface="Arial"/>
            </a:endParaRPr>
          </a:p>
          <a:p>
            <a:pPr marL="346680" indent="-334080">
              <a:lnSpc>
                <a:spcPts val="2769"/>
              </a:lnSpc>
              <a:spcBef>
                <a:spcPts val="366"/>
              </a:spcBef>
              <a:tabLst>
                <a:tab algn="l" pos="0"/>
              </a:tabLst>
            </a:pPr>
            <a:r>
              <a:rPr b="0" lang="fr-FR" sz="2450" spc="80" strike="noStrike">
                <a:solidFill>
                  <a:srgbClr val="000000"/>
                </a:solidFill>
                <a:latin typeface="Arial"/>
              </a:rPr>
              <a:t>Les classes sont générées dans les 2 modules :</a:t>
            </a:r>
            <a:endParaRPr b="0" lang="fr-FR" sz="2450" spc="-1" strike="noStrike">
              <a:solidFill>
                <a:srgbClr val="000000"/>
              </a:solidFill>
              <a:latin typeface="Arial"/>
            </a:endParaRPr>
          </a:p>
          <a:p>
            <a:pPr lvl="1" marL="346680" indent="-334080">
              <a:lnSpc>
                <a:spcPts val="2769"/>
              </a:lnSpc>
              <a:spcBef>
                <a:spcPts val="366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50" spc="80" strike="noStrike">
                <a:solidFill>
                  <a:srgbClr val="000000"/>
                </a:solidFill>
                <a:latin typeface="Arial"/>
              </a:rPr>
              <a:t>Service : Classes </a:t>
            </a:r>
            <a:r>
              <a:rPr b="1" lang="fr-FR" sz="2450" spc="80" strike="noStrike">
                <a:solidFill>
                  <a:srgbClr val="1a2fad"/>
                </a:solidFill>
                <a:latin typeface="Arial"/>
              </a:rPr>
              <a:t>d’implémentation</a:t>
            </a:r>
            <a:r>
              <a:rPr b="0" lang="fr-FR" sz="2450" spc="80" strike="noStrike">
                <a:solidFill>
                  <a:srgbClr val="000000"/>
                </a:solidFill>
                <a:latin typeface="Arial"/>
              </a:rPr>
              <a:t> appliquant des patterns classiques</a:t>
            </a:r>
            <a:endParaRPr b="0" lang="fr-FR" sz="2450" spc="-1" strike="noStrike">
              <a:solidFill>
                <a:srgbClr val="000000"/>
              </a:solidFill>
              <a:latin typeface="Arial"/>
            </a:endParaRPr>
          </a:p>
          <a:p>
            <a:pPr lvl="1" marL="346680" indent="-334080">
              <a:lnSpc>
                <a:spcPts val="2769"/>
              </a:lnSpc>
              <a:spcBef>
                <a:spcPts val="366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50" spc="80" strike="noStrike">
                <a:solidFill>
                  <a:srgbClr val="000000"/>
                </a:solidFill>
                <a:latin typeface="Arial"/>
              </a:rPr>
              <a:t>API : </a:t>
            </a:r>
            <a:r>
              <a:rPr b="1" lang="fr-FR" sz="2450" spc="80" strike="noStrike">
                <a:solidFill>
                  <a:srgbClr val="1a2fad"/>
                </a:solidFill>
                <a:latin typeface="Arial"/>
              </a:rPr>
              <a:t>Interfaces</a:t>
            </a:r>
            <a:r>
              <a:rPr b="0" lang="fr-FR" sz="2450" spc="80" strike="noStrike">
                <a:solidFill>
                  <a:srgbClr val="000000"/>
                </a:solidFill>
                <a:latin typeface="Arial"/>
              </a:rPr>
              <a:t> utilisées</a:t>
            </a:r>
            <a:endParaRPr b="0" lang="fr-FR" sz="24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Principales interfaces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3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interfaces sont utilisées par les autres modules. Elles sont organisées en package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  <a:ea typeface="Noto Sans CJK SC"/>
              </a:rPr>
              <a:t>Model : </a:t>
            </a:r>
            <a:r>
              <a:rPr b="1" i="1" lang="fr-FR" sz="2800" spc="-1" strike="noStrike">
                <a:solidFill>
                  <a:srgbClr val="1a2fad"/>
                </a:solidFill>
                <a:latin typeface="Arial"/>
                <a:ea typeface="Noto Sans CJK SC"/>
              </a:rPr>
              <a:t>&lt;Entity&gt;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  <a:ea typeface="Noto Sans CJK SC"/>
              </a:rPr>
              <a:t>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  <a:ea typeface="Noto Sans CJK SC"/>
              </a:rPr>
              <a:t>Service :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i="1" lang="fr-FR" sz="2400" spc="-1" strike="noStrike">
                <a:solidFill>
                  <a:srgbClr val="1a2fad"/>
                </a:solidFill>
                <a:latin typeface="Arial"/>
                <a:ea typeface="Noto Sans CJK SC"/>
              </a:rPr>
              <a:t>EventLocalService </a:t>
            </a:r>
            <a:r>
              <a:rPr b="0" lang="fr-FR" sz="2400" spc="-1" strike="noStrike">
                <a:solidFill>
                  <a:srgbClr val="000000"/>
                </a:solidFill>
                <a:latin typeface="Arial"/>
                <a:ea typeface="Noto Sans CJK SC"/>
              </a:rPr>
              <a:t>: Les méthodes exposées et utilisables par les autres modules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i="1" lang="fr-FR" sz="2400" spc="-1" strike="noStrike">
                <a:solidFill>
                  <a:srgbClr val="1a2fad"/>
                </a:solidFill>
                <a:latin typeface="Arial"/>
                <a:ea typeface="Noto Sans CJK SC"/>
              </a:rPr>
              <a:t>EventPersistence </a:t>
            </a:r>
            <a:r>
              <a:rPr b="0" lang="fr-FR" sz="2400" spc="-1" strike="noStrike">
                <a:solidFill>
                  <a:srgbClr val="000000"/>
                </a:solidFill>
                <a:latin typeface="Arial"/>
                <a:ea typeface="Noto Sans CJK SC"/>
              </a:rPr>
              <a:t>: Interface pour gérer la persistance de l’entité utilisée par l’implémentation du service 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99"/>
              </a:spcBef>
              <a:buNone/>
              <a:tabLst>
                <a:tab algn="l" pos="0"/>
              </a:tabLst>
            </a:pPr>
            <a:r>
              <a:rPr b="0" lang="fr-FR" sz="4400" spc="197" strike="noStrike">
                <a:solidFill>
                  <a:schemeClr val="dk1"/>
                </a:solidFill>
                <a:latin typeface="Arial"/>
              </a:rPr>
              <a:t>Implémentation du Service</a:t>
            </a:r>
            <a:r>
              <a:rPr b="0" lang="fr-FR" sz="4400" spc="151" strike="noStrike">
                <a:solidFill>
                  <a:schemeClr val="dk1"/>
                </a:solidFill>
                <a:latin typeface="Arial"/>
              </a:rPr>
              <a:t> </a:t>
            </a:r>
            <a:r>
              <a:rPr b="0" lang="fr-FR" sz="4400" spc="205" strike="noStrike">
                <a:solidFill>
                  <a:schemeClr val="dk1"/>
                </a:solidFill>
                <a:latin typeface="Arial"/>
              </a:rPr>
              <a:t>local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5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360" cy="542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5000"/>
          </a:bodyPr>
          <a:p>
            <a:pPr indent="0">
              <a:lnSpc>
                <a:spcPct val="100000"/>
              </a:lnSpc>
              <a:spcBef>
                <a:spcPts val="111"/>
              </a:spcBef>
              <a:buNone/>
              <a:tabLst>
                <a:tab algn="l" pos="0"/>
              </a:tabLst>
            </a:pPr>
            <a:r>
              <a:rPr b="0" lang="fr-FR" sz="3200" spc="52" strike="noStrike">
                <a:solidFill>
                  <a:srgbClr val="000000"/>
                </a:solidFill>
                <a:latin typeface="Arial"/>
              </a:rPr>
              <a:t>Dans le module service, </a:t>
            </a:r>
            <a:r>
              <a:rPr b="0" i="1" lang="fr-FR" sz="3200" spc="52" strike="noStrike">
                <a:solidFill>
                  <a:srgbClr val="000000"/>
                </a:solidFill>
                <a:latin typeface="Arial"/>
              </a:rPr>
              <a:t>ServiceBuilder</a:t>
            </a:r>
            <a:r>
              <a:rPr b="0" i="1" lang="fr-FR" sz="3200" spc="92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3200" spc="86" strike="noStrike">
                <a:solidFill>
                  <a:srgbClr val="000000"/>
                </a:solidFill>
                <a:latin typeface="Arial"/>
              </a:rPr>
              <a:t>génère l’implémentation</a:t>
            </a:r>
            <a:r>
              <a:rPr b="0" lang="fr-FR" sz="3200" spc="80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1" i="1" lang="fr-FR" sz="2800" spc="180" strike="noStrike">
                <a:solidFill>
                  <a:srgbClr val="00007f"/>
                </a:solidFill>
                <a:latin typeface="Gill Sans MT"/>
              </a:rPr>
              <a:t>&lt;Entity&gt;LocalServiceImpl</a:t>
            </a:r>
            <a:r>
              <a:rPr b="1" i="1" lang="fr-FR" sz="2800" spc="60" strike="noStrike">
                <a:solidFill>
                  <a:srgbClr val="00007f"/>
                </a:solidFill>
                <a:latin typeface="Gill Sans MT"/>
              </a:rPr>
              <a:t> </a:t>
            </a:r>
            <a:r>
              <a:rPr b="0" lang="fr-FR" sz="2800" spc="66" strike="noStrike">
                <a:solidFill>
                  <a:srgbClr val="000000"/>
                </a:solidFill>
                <a:latin typeface="Arial"/>
              </a:rPr>
              <a:t>:</a:t>
            </a:r>
            <a:r>
              <a:rPr b="0" lang="fr-FR" sz="2800" spc="72" strike="noStrike">
                <a:solidFill>
                  <a:srgbClr val="000000"/>
                </a:solidFill>
                <a:latin typeface="Arial"/>
              </a:rPr>
              <a:t>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55" strike="noStrike">
                <a:solidFill>
                  <a:srgbClr val="000000"/>
                </a:solidFill>
                <a:latin typeface="Arial"/>
              </a:rPr>
              <a:t>C'est</a:t>
            </a:r>
            <a:r>
              <a:rPr b="0" lang="fr-FR" sz="2800" spc="66" strike="noStrike">
                <a:solidFill>
                  <a:srgbClr val="000000"/>
                </a:solidFill>
                <a:latin typeface="Arial"/>
              </a:rPr>
              <a:t> la</a:t>
            </a:r>
            <a:r>
              <a:rPr b="0" lang="fr-FR" sz="2800" spc="72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800" spc="41" strike="noStrike">
                <a:solidFill>
                  <a:srgbClr val="000000"/>
                </a:solidFill>
                <a:latin typeface="Arial"/>
              </a:rPr>
              <a:t>classe</a:t>
            </a:r>
            <a:r>
              <a:rPr b="0" lang="fr-FR" sz="2800" spc="66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800" spc="55" strike="noStrike">
                <a:solidFill>
                  <a:srgbClr val="000000"/>
                </a:solidFill>
                <a:latin typeface="Arial"/>
              </a:rPr>
              <a:t>que </a:t>
            </a:r>
            <a:r>
              <a:rPr b="0" lang="fr-FR" sz="2800" spc="86" strike="noStrike">
                <a:solidFill>
                  <a:srgbClr val="000000"/>
                </a:solidFill>
                <a:latin typeface="Arial"/>
              </a:rPr>
              <a:t>l'on</a:t>
            </a:r>
            <a:r>
              <a:rPr b="0" lang="fr-FR" sz="2800" spc="55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800" spc="100" strike="noStrike">
                <a:solidFill>
                  <a:srgbClr val="000000"/>
                </a:solidFill>
                <a:latin typeface="Arial"/>
              </a:rPr>
              <a:t>peut</a:t>
            </a:r>
            <a:r>
              <a:rPr b="0" lang="fr-FR" sz="2800" spc="52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800" spc="66" strike="noStrike">
                <a:solidFill>
                  <a:srgbClr val="000000"/>
                </a:solidFill>
                <a:latin typeface="Arial"/>
              </a:rPr>
              <a:t>modifier en y ajoutant des méthodes métier.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60" strike="noStrike">
                <a:solidFill>
                  <a:srgbClr val="000000"/>
                </a:solidFill>
                <a:latin typeface="Arial"/>
              </a:rPr>
              <a:t>ServiceBuilder</a:t>
            </a:r>
            <a:r>
              <a:rPr b="0" lang="fr-FR" sz="2800" spc="55" strike="noStrike">
                <a:solidFill>
                  <a:srgbClr val="000000"/>
                </a:solidFill>
                <a:latin typeface="Arial"/>
              </a:rPr>
              <a:t> synchronise automatiquement</a:t>
            </a:r>
            <a:r>
              <a:rPr b="0" lang="fr-FR" sz="2800" spc="4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800" spc="72" strike="noStrike">
                <a:solidFill>
                  <a:srgbClr val="000000"/>
                </a:solidFill>
                <a:latin typeface="Arial"/>
              </a:rPr>
              <a:t>l'interface publiée.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12600" indent="0">
              <a:lnSpc>
                <a:spcPts val="1913"/>
              </a:lnSpc>
              <a:spcBef>
                <a:spcPts val="961"/>
              </a:spcBef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12600" indent="-324000">
              <a:lnSpc>
                <a:spcPct val="100000"/>
              </a:lnSpc>
              <a:spcBef>
                <a:spcPts val="11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72" strike="noStrike">
                <a:solidFill>
                  <a:srgbClr val="000000"/>
                </a:solidFill>
                <a:latin typeface="Arial"/>
                <a:ea typeface="Noto Sans CJK SC"/>
              </a:rPr>
              <a:t>Le code gère automatiquement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72" strike="noStrike">
                <a:solidFill>
                  <a:srgbClr val="000000"/>
                </a:solidFill>
                <a:latin typeface="Arial"/>
                <a:ea typeface="Noto Sans CJK SC"/>
              </a:rPr>
              <a:t>Transactions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72" strike="noStrike">
                <a:solidFill>
                  <a:srgbClr val="000000"/>
                </a:solidFill>
                <a:latin typeface="Arial"/>
                <a:ea typeface="Noto Sans CJK SC"/>
              </a:rPr>
              <a:t>Injections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72" strike="noStrike">
                <a:solidFill>
                  <a:srgbClr val="000000"/>
                </a:solidFill>
                <a:latin typeface="Arial"/>
                <a:ea typeface="Noto Sans CJK SC"/>
              </a:rPr>
              <a:t>Permissions (si intégrées)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PlaceHolder 1"/>
          <p:cNvSpPr>
            <a:spLocks noGrp="1"/>
          </p:cNvSpPr>
          <p:nvPr>
            <p:ph type="title"/>
          </p:nvPr>
        </p:nvSpPr>
        <p:spPr>
          <a:xfrm>
            <a:off x="1090800" y="1146960"/>
            <a:ext cx="8508960" cy="1272240"/>
          </a:xfrm>
          <a:prstGeom prst="rect">
            <a:avLst/>
          </a:prstGeom>
          <a:noFill/>
          <a:ln w="0">
            <a:noFill/>
          </a:ln>
        </p:spPr>
        <p:txBody>
          <a:bodyPr lIns="0" rIns="0" tIns="12600" bIns="0" anchor="t">
            <a:noAutofit/>
          </a:bodyPr>
          <a:p>
            <a:pPr marL="3034800" indent="0">
              <a:lnSpc>
                <a:spcPct val="100000"/>
              </a:lnSpc>
              <a:spcBef>
                <a:spcPts val="99"/>
              </a:spcBef>
              <a:buNone/>
              <a:tabLst>
                <a:tab algn="l" pos="0"/>
              </a:tabLst>
            </a:pPr>
            <a:r>
              <a:rPr b="0" lang="fr-FR" sz="4400" spc="211" strike="noStrike">
                <a:solidFill>
                  <a:schemeClr val="dk1"/>
                </a:solidFill>
                <a:latin typeface="Arial"/>
              </a:rPr>
              <a:t>Exemple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7" name="PlaceHolder 2"/>
          <p:cNvSpPr>
            <a:spLocks noGrp="1"/>
          </p:cNvSpPr>
          <p:nvPr>
            <p:ph type="sldNum" idx="67"/>
          </p:nvPr>
        </p:nvSpPr>
        <p:spPr>
          <a:xfrm>
            <a:off x="10069920" y="7229160"/>
            <a:ext cx="54360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816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26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8160" indent="0">
              <a:lnSpc>
                <a:spcPts val="2721"/>
              </a:lnSpc>
              <a:buNone/>
              <a:tabLst>
                <a:tab algn="l" pos="0"/>
              </a:tabLst>
            </a:pPr>
            <a:fld id="{399B05AC-F342-4269-83E9-33196C697B74}" type="slidenum">
              <a:rPr b="0" lang="fr-FR" sz="2400" spc="-26" strike="noStrike">
                <a:solidFill>
                  <a:schemeClr val="dk1"/>
                </a:solidFill>
                <a:latin typeface="Times New Roman"/>
              </a:rPr>
              <a:t>143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8" name="object 52"/>
          <p:cNvSpPr/>
          <p:nvPr/>
        </p:nvSpPr>
        <p:spPr>
          <a:xfrm>
            <a:off x="1079640" y="2249280"/>
            <a:ext cx="8343360" cy="457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1520" bIns="0" anchor="t">
            <a:spAutoFit/>
          </a:bodyPr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r>
              <a:rPr b="0" lang="fr-FR" sz="1600" spc="-52" strike="noStrike">
                <a:solidFill>
                  <a:srgbClr val="000000"/>
                </a:solidFill>
                <a:latin typeface="Courier New"/>
              </a:rPr>
              <a:t>public Event addEvent(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r>
              <a:rPr b="0" lang="fr-FR" sz="1600" spc="-52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1600" spc="-52" strike="noStrike">
                <a:solidFill>
                  <a:srgbClr val="000000"/>
                </a:solidFill>
                <a:latin typeface="Courier New"/>
              </a:rPr>
              <a:t>long userId, long groupId, String name, Date date,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r>
              <a:rPr b="0" lang="fr-FR" sz="1600" spc="-52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1600" spc="-52" strike="noStrike">
                <a:solidFill>
                  <a:srgbClr val="000000"/>
                </a:solidFill>
                <a:latin typeface="Courier New"/>
              </a:rPr>
              <a:t>ServiceContext sc) throws PortalException {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r>
              <a:rPr b="0" lang="fr-FR" sz="1600" spc="-52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600" spc="-52" strike="noStrike">
                <a:solidFill>
                  <a:srgbClr val="000000"/>
                </a:solidFill>
                <a:latin typeface="Courier New"/>
              </a:rPr>
              <a:t>long eventId = </a:t>
            </a:r>
            <a:r>
              <a:rPr b="1" lang="fr-FR" sz="1600" spc="-52" strike="noStrike">
                <a:solidFill>
                  <a:srgbClr val="1511ac"/>
                </a:solidFill>
                <a:latin typeface="Courier New"/>
              </a:rPr>
              <a:t>counterLocalService</a:t>
            </a:r>
            <a:r>
              <a:rPr b="0" lang="fr-FR" sz="1600" spc="-52" strike="noStrike">
                <a:solidFill>
                  <a:srgbClr val="000000"/>
                </a:solidFill>
                <a:latin typeface="Courier New"/>
              </a:rPr>
              <a:t>.increment(Event.class.getName());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r>
              <a:rPr b="0" lang="fr-FR" sz="1600" spc="-52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600" spc="-52" strike="noStrike">
                <a:solidFill>
                  <a:srgbClr val="000000"/>
                </a:solidFill>
                <a:latin typeface="Courier New"/>
              </a:rPr>
              <a:t>Event event = </a:t>
            </a:r>
            <a:r>
              <a:rPr b="1" lang="fr-FR" sz="1600" spc="-52" strike="noStrike">
                <a:solidFill>
                  <a:srgbClr val="1511ac"/>
                </a:solidFill>
                <a:latin typeface="Courier New"/>
              </a:rPr>
              <a:t>eventPersistence</a:t>
            </a:r>
            <a:r>
              <a:rPr b="0" lang="fr-FR" sz="1600" spc="-52" strike="noStrike">
                <a:solidFill>
                  <a:srgbClr val="000000"/>
                </a:solidFill>
                <a:latin typeface="Courier New"/>
              </a:rPr>
              <a:t>.create(eventId);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r>
              <a:rPr b="0" lang="fr-FR" sz="1600" spc="-52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600" spc="-52" strike="noStrike">
                <a:solidFill>
                  <a:srgbClr val="000000"/>
                </a:solidFill>
                <a:latin typeface="Courier New"/>
              </a:rPr>
              <a:t>event.setGroupId(groupId);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r>
              <a:rPr b="0" lang="fr-FR" sz="1600" spc="-52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600" spc="-52" strike="noStrike">
                <a:solidFill>
                  <a:srgbClr val="000000"/>
                </a:solidFill>
                <a:latin typeface="Courier New"/>
              </a:rPr>
              <a:t>event.setCompanyId(sc.getCompanyId());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r>
              <a:rPr b="0" lang="fr-FR" sz="1600" spc="-52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600" spc="-52" strike="noStrike">
                <a:solidFill>
                  <a:srgbClr val="000000"/>
                </a:solidFill>
                <a:latin typeface="Courier New"/>
              </a:rPr>
              <a:t>event.setUserId(userId);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r>
              <a:rPr b="0" lang="fr-FR" sz="1600" spc="-52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600" spc="-52" strike="noStrike">
                <a:solidFill>
                  <a:srgbClr val="000000"/>
                </a:solidFill>
                <a:latin typeface="Courier New"/>
              </a:rPr>
              <a:t>event.setName(name);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r>
              <a:rPr b="0" lang="fr-FR" sz="1600" spc="-52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600" spc="-52" strike="noStrike">
                <a:solidFill>
                  <a:srgbClr val="000000"/>
                </a:solidFill>
                <a:latin typeface="Courier New"/>
              </a:rPr>
              <a:t>event.setDate(date);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r>
              <a:rPr b="0" lang="fr-FR" sz="1600" spc="-52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600" spc="-52" strike="noStrike">
                <a:solidFill>
                  <a:srgbClr val="000000"/>
                </a:solidFill>
                <a:latin typeface="Courier New"/>
              </a:rPr>
              <a:t>return super.addEvent(event);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r>
              <a:rPr b="0" lang="fr-FR" sz="1600" spc="-52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PlaceHolder 1"/>
          <p:cNvSpPr>
            <a:spLocks noGrp="1"/>
          </p:cNvSpPr>
          <p:nvPr>
            <p:ph type="title"/>
          </p:nvPr>
        </p:nvSpPr>
        <p:spPr>
          <a:xfrm>
            <a:off x="1090800" y="114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4200" spc="-1" strike="noStrike">
                <a:solidFill>
                  <a:srgbClr val="000000"/>
                </a:solidFill>
                <a:latin typeface="Calibri"/>
              </a:rPr>
              <a:t>Utiliser des services</a:t>
            </a:r>
            <a:endParaRPr b="0" lang="fr-FR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0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2 alternatives 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Utiliser directement le service en </a:t>
            </a:r>
            <a:r>
              <a:rPr b="1" lang="fr-FR" sz="2600" spc="-1" strike="noStrike">
                <a:solidFill>
                  <a:srgbClr val="1a2fad"/>
                </a:solidFill>
                <a:latin typeface="Calibri"/>
              </a:rPr>
              <a:t>local</a:t>
            </a: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.</a:t>
            </a:r>
            <a:br>
              <a:rPr sz="2600"/>
            </a:b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Le module portlet a une dépendance sur l’api et se fait injecter le service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Accéder au service en mode remote :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000" spc="-1" strike="noStrike">
                <a:solidFill>
                  <a:srgbClr val="1a2fad"/>
                </a:solidFill>
                <a:latin typeface="Calibri"/>
              </a:rPr>
              <a:t>SOAP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 = héritage, non recommandé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000" spc="-1" strike="noStrike">
                <a:solidFill>
                  <a:srgbClr val="1a2fad"/>
                </a:solidFill>
                <a:latin typeface="Calibri"/>
              </a:rPr>
              <a:t>JSON Web Services/JAX-RS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, éventuellement à désactiver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Solution moderne = </a:t>
            </a:r>
            <a:r>
              <a:rPr b="1" lang="fr-FR" sz="2000" spc="-1" strike="noStrike">
                <a:solidFill>
                  <a:srgbClr val="1a2fad"/>
                </a:solidFill>
                <a:latin typeface="Calibri"/>
              </a:rPr>
              <a:t>REST Builder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 : Documentation automatique OpenAPI, Sécurisation OAuth2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Intégration portlet du serviceLocal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2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Ajouter la dépendance vers l’API dans build.gradle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S’injecter l’interface via OSGI</a:t>
            </a:r>
            <a:br>
              <a:rPr sz="3200"/>
            </a:b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@Reference</a:t>
            </a:r>
            <a:br>
              <a:rPr sz="2000"/>
            </a:b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private EventLocalService _eventLocalService;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Utiliser les méthodes dans les méthodes des portlets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3" name=""/>
          <p:cNvSpPr/>
          <p:nvPr/>
        </p:nvSpPr>
        <p:spPr>
          <a:xfrm>
            <a:off x="736200" y="6770880"/>
            <a:ext cx="3260160" cy="42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</a:rPr>
              <a:t>Atelier 11 :Couche Service via ServiceBuilder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Développement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5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Mise en place IDE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Développement Portlet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Service Builder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REST Builder et Client Extensions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Sécurité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Extensions : Asset, Thèmes,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RestBuilder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7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La commande blade de démarrage de projet crée 2 modules principaux 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1a2fad"/>
                </a:solidFill>
                <a:latin typeface="Arial"/>
              </a:rPr>
              <a:t>Api 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: Contient les interfaces de service REST et les DTO. 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C'est là que l’on définit les ressources (méthodes GET, POST, etc.).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1a2fad"/>
                </a:solidFill>
                <a:latin typeface="Arial"/>
              </a:rPr>
              <a:t>Impl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Contient l'implémentation de ces services REST. 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C'est là que l’on injecte le Service local et que l’on fait le mapping entre vos entités Service Builder et les DTO Headless.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Définition du contrat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9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7222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 fichier -api/src/main/resources/</a:t>
            </a:r>
            <a:r>
              <a:rPr b="1" i="1" lang="fr-FR" sz="3200" spc="-1" strike="noStrike">
                <a:solidFill>
                  <a:srgbClr val="1a2fad"/>
                </a:solidFill>
                <a:latin typeface="Arial"/>
              </a:rPr>
              <a:t>rest-openapi.yaml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permet de définir le contrat en OpenAPI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Ensuite, </a:t>
            </a:r>
            <a:r>
              <a:rPr b="1" i="1" lang="fr-FR" sz="3200" spc="-1" strike="noStrike">
                <a:solidFill>
                  <a:srgbClr val="1a2fad"/>
                </a:solidFill>
                <a:latin typeface="Arial"/>
              </a:rPr>
              <a:t>./gradlew clean buildRest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permet de générer 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Les classes DTO Java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L'interface Java de votre service Headless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Le squelette de la classe d'implémentation dans le sous-module </a:t>
            </a:r>
            <a:r>
              <a:rPr b="1" i="1" lang="fr-FR" sz="2800" spc="-1" strike="noStrike">
                <a:solidFill>
                  <a:srgbClr val="1a2fad"/>
                </a:solidFill>
                <a:latin typeface="Arial"/>
              </a:rPr>
              <a:t>-impl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Toute la configuration JAX-RS (Application avec les propriétés OSGi) nécessaire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Implémentation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1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De la même façon, l’implémentation a une dépendance sur l’API du service et se fait injecter le service local existant par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Elle est également responsable de mapping entre classe du modèle et DTP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Exemple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3" name="PlaceHolder 2"/>
          <p:cNvSpPr>
            <a:spLocks noGrp="1"/>
          </p:cNvSpPr>
          <p:nvPr>
            <p:ph/>
          </p:nvPr>
        </p:nvSpPr>
        <p:spPr>
          <a:xfrm>
            <a:off x="720000" y="2083320"/>
            <a:ext cx="8793360" cy="4575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3333" lnSpcReduction="10000"/>
          </a:bodyPr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public class EventResourceImpl </a:t>
            </a:r>
            <a:r>
              <a:rPr b="1" lang="fr-FR" sz="3200" spc="-1" strike="noStrike">
                <a:solidFill>
                  <a:srgbClr val="1a2fad"/>
                </a:solidFill>
                <a:latin typeface="Courier New"/>
              </a:rPr>
              <a:t>extends BaseEventResourceImpl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{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a2fad"/>
                </a:solidFill>
                <a:latin typeface="Courier New"/>
              </a:rPr>
              <a:t>@Reference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a2fad"/>
                </a:solidFill>
                <a:latin typeface="Courier New"/>
              </a:rPr>
              <a:t>private EventLocalService _eventLocalService;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a2fad"/>
                </a:solidFill>
                <a:latin typeface="Courier New"/>
              </a:rPr>
              <a:t>@Override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public Page&lt;Event&gt; getEventsPage(Long groupId) throws Exception {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069a2e"/>
                </a:solidFill>
                <a:latin typeface="Courier New"/>
              </a:rPr>
              <a:t>// Appel du service local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List&lt;org.formation.event.model.Event&gt; events =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_eventLocalService.getEvents(groupId, 0, 20);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069a2e"/>
                </a:solidFill>
                <a:latin typeface="Courier New"/>
              </a:rPr>
              <a:t>// Mapper la liste d'entités en liste de DTO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List&lt;Event&gt; eventDTOs = events.stream()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.map(this::toEventDTO)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.collect(Collectors.toList());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069a2e"/>
                </a:solidFill>
                <a:latin typeface="Courier New"/>
              </a:rPr>
              <a:t>// ENVELOPPER le tout dans l'objet Page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return Page.of(eventDTOs);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4" name=""/>
          <p:cNvSpPr/>
          <p:nvPr/>
        </p:nvSpPr>
        <p:spPr>
          <a:xfrm>
            <a:off x="453600" y="6770880"/>
            <a:ext cx="3260160" cy="42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</a:rPr>
              <a:t>Atelier 12.1 : Service Restful via RestBuilder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Client extensions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6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242" lnSpcReduction="1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Dans les récentes versions de Liferay, une alternative au portlet est proposée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 frontend est alors développé avec des technologies standards (React, Vue, Angular ou Vanilla JS) et communique avec Liferay via des APIs REST.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Avantages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Indépendance technologique : Pas besoin de compétences Java pour créer une interface.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Sécurité du Core : Le code personnalisé s'exécute dans le navigateur ou sur un serveur distant, sans risque de faire "tomber" le portail.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Mise à jour simplifiée : On peut modifier le frontend sans redémarrer le serveur Liferay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PlaceHolder 1"/>
          <p:cNvSpPr>
            <a:spLocks noGrp="1"/>
          </p:cNvSpPr>
          <p:nvPr>
            <p:ph type="title"/>
          </p:nvPr>
        </p:nvSpPr>
        <p:spPr>
          <a:xfrm>
            <a:off x="1090800" y="508680"/>
            <a:ext cx="850896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Anatomie d'un "Élément Personnalisé"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8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93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Pour que Liferay affiche l’application JS comme un Widget, 3 éléments sont nécessaires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1e31c9"/>
                </a:solidFill>
                <a:latin typeface="Arial"/>
              </a:rPr>
              <a:t>Le Code (index.js)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Un Web Component standard (CustomElement) qui contient la logique et le rendu HTML.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1e31c9"/>
                </a:solidFill>
                <a:latin typeface="Arial"/>
              </a:rPr>
              <a:t>La Déclaration (YAML ou UI)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On définit l'identité de l'application :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i="1" lang="fr-FR" sz="2400" spc="-1" strike="noStrike">
                <a:solidFill>
                  <a:srgbClr val="1e31c9"/>
                </a:solidFill>
                <a:latin typeface="Arial"/>
              </a:rPr>
              <a:t>htmlElementName</a:t>
            </a: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 : Le tag HTML unique (ex: &lt;my-app&gt;).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i="1" lang="fr-FR" sz="2400" spc="-1" strike="noStrike">
                <a:solidFill>
                  <a:srgbClr val="1e31c9"/>
                </a:solidFill>
                <a:latin typeface="Arial"/>
              </a:rPr>
              <a:t>url</a:t>
            </a: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 : Le chemin vers le fichier JavaScript.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1e31c9"/>
                </a:solidFill>
                <a:latin typeface="Arial"/>
              </a:rPr>
              <a:t>Le Rendu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Liferay injecte automatiquement la balise et le script sur la page. Le navigateur instancie alors l'application.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PlaceHolder 1"/>
          <p:cNvSpPr>
            <a:spLocks noGrp="1"/>
          </p:cNvSpPr>
          <p:nvPr>
            <p:ph type="title"/>
          </p:nvPr>
        </p:nvSpPr>
        <p:spPr>
          <a:xfrm>
            <a:off x="1090800" y="508680"/>
            <a:ext cx="850896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Communication Liferay et Authentification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0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8743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Appels API : Utilisation de l'API fetch() vers les endpoints natifs (ex: /o/c/evenements).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Sécurité native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L'application étant sur le même domaine, elle bénéficie des cookies de session.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Le Jeton (Auth Token) : Liferay fournit un objet global Liferay.authToken pour sécuriser les requêtes contre les failles CSRF.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Cycle de vie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L'utilisateur charge la page.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Le composant JS est monté.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Le composant appelle l'API REST des événements.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Les données sont affichées dans le widget.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Autres types de client extension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2" name="PlaceHolder 2"/>
          <p:cNvSpPr>
            <a:spLocks noGrp="1"/>
          </p:cNvSpPr>
          <p:nvPr>
            <p:ph/>
          </p:nvPr>
        </p:nvSpPr>
        <p:spPr>
          <a:xfrm>
            <a:off x="944280" y="1939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8432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extensions d'UI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1e31c9"/>
                </a:solidFill>
                <a:latin typeface="Arial"/>
              </a:rPr>
              <a:t>Custom Element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1e31c9"/>
                </a:solidFill>
                <a:latin typeface="Arial"/>
              </a:rPr>
              <a:t>JS / CSS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Permet d'injecter des fichiers JavaScript ou des feuilles de style globalement sur le portail ou sur une page spécifique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1e31c9"/>
                </a:solidFill>
                <a:latin typeface="Arial"/>
              </a:rPr>
              <a:t>Theme CSS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Spécifique pour surcharger les variables CSS d'un thème sans avoir à créer un thème complet.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extensions de "Logique" et Data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1e31c9"/>
                </a:solidFill>
                <a:latin typeface="Arial"/>
              </a:rPr>
              <a:t>Batch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Permet d'importer massivement des données (Utilisateurs, Objets, Entrées de blog) via des fichiers JSON au moment du déploiement.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1e31c9"/>
                </a:solidFill>
                <a:latin typeface="Arial"/>
              </a:rPr>
              <a:t>Object Action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Permet d'appeler une URL externe (une fonction Lambda, une API Node.js) dès qu'un événement survient dans Liferay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1e31c9"/>
                </a:solidFill>
                <a:latin typeface="Arial"/>
              </a:rPr>
              <a:t>Workflow Action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Similaire aux actions d'objet, mais déclenché lors des étapes d'un flux de validation.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extensions de Configuration et Traduction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1e31c9"/>
                </a:solidFill>
                <a:latin typeface="Arial"/>
              </a:rPr>
              <a:t>I18n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Permet d'ajouter de nouvelles clés de traduction pour le portail ou d'écraser les traductions natives de Liferay.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1e31c9"/>
                </a:solidFill>
                <a:latin typeface="Arial"/>
              </a:rPr>
              <a:t>Configuration de l'éditeur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Permet de personnaliser les barres d'outils de l'éditeur de texte riche (CKEditor) pour ajouter ou supprimer des boutons.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3" name=""/>
          <p:cNvSpPr/>
          <p:nvPr/>
        </p:nvSpPr>
        <p:spPr>
          <a:xfrm>
            <a:off x="62640" y="7061760"/>
            <a:ext cx="3260160" cy="42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</a:rPr>
              <a:t>Atelier 12.2 : CustomElement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Développement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5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Mise en place IDE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Développement Portlet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Service Builder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REST Builder et Client Extensions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Sécurité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Extensions : Asset, Thèmes,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600" cy="69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Principes des permissions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7" name="PlaceHolder 2"/>
          <p:cNvSpPr>
            <a:spLocks noGrp="1"/>
          </p:cNvSpPr>
          <p:nvPr>
            <p:ph/>
          </p:nvPr>
        </p:nvSpPr>
        <p:spPr>
          <a:xfrm>
            <a:off x="534600" y="2097720"/>
            <a:ext cx="9623160" cy="438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2777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une permission répond toujours à la question :</a:t>
            </a:r>
            <a:br>
              <a:rPr sz="3200"/>
            </a:br>
            <a:r>
              <a:rPr b="0" i="1" lang="fr-FR" sz="3200" spc="-1" strike="noStrike">
                <a:solidFill>
                  <a:srgbClr val="000000"/>
                </a:solidFill>
                <a:latin typeface="Arial"/>
              </a:rPr>
              <a:t>“Qui peut faire quoi sur quoi ?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Liferay combine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des utilisateurs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des rôles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des ressources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des actions (VIEW, UPDATE, DELETE…)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 même moteur de permissions est utilisé pour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les pages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les contenus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les portlets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les APIs REST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600" cy="69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Modèle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9" name="PlaceHolder 2"/>
          <p:cNvSpPr>
            <a:spLocks noGrp="1"/>
          </p:cNvSpPr>
          <p:nvPr>
            <p:ph/>
          </p:nvPr>
        </p:nvSpPr>
        <p:spPr>
          <a:xfrm>
            <a:off x="534600" y="1983960"/>
            <a:ext cx="9623160" cy="438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3333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Ressource : un objet à sécuriser</a:t>
            </a:r>
            <a:br>
              <a:rPr sz="3200"/>
            </a:b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(page, contenu, document, entité métier, API…)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Action : ce que l’on peut faire</a:t>
            </a:r>
            <a:br>
              <a:rPr sz="3200"/>
            </a:b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(VIEW, ADD, UPDATE, DELETE…)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Rôle : Affecté à un utilisateur</a:t>
            </a:r>
            <a:br>
              <a:rPr sz="3200"/>
            </a:b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Utilisateur, Administrateur, Rédacteur…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Une permission = Rôle + Action + Ressource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600" cy="69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Déclaration des permissions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1" name="PlaceHolder 2"/>
          <p:cNvSpPr>
            <a:spLocks noGrp="1"/>
          </p:cNvSpPr>
          <p:nvPr>
            <p:ph/>
          </p:nvPr>
        </p:nvSpPr>
        <p:spPr>
          <a:xfrm>
            <a:off x="456480" y="2277720"/>
            <a:ext cx="9623160" cy="438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  <a:ea typeface="Noto Sans CJK SC"/>
              </a:rPr>
              <a:t>Chaque module peut (et doit) déclarer ses propres permissions dans un fichier défini par portlet.properties :</a:t>
            </a:r>
            <a:br>
              <a:rPr sz="3200"/>
            </a:br>
            <a:r>
              <a:rPr b="1" lang="fr-FR" sz="2000" spc="-1" strike="noStrike">
                <a:solidFill>
                  <a:srgbClr val="1e31c9"/>
                </a:solidFill>
                <a:latin typeface="Courier New"/>
              </a:rPr>
              <a:t>resource.actions.configs=resource-actions/default.xml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On y définit 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  <a:ea typeface="Noto Sans CJK SC"/>
              </a:rPr>
              <a:t>les actions possibles et 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visibles dans l’interface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les actions autorisées par défaut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600" cy="69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Exemple portlet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3" name="PlaceHolder 2"/>
          <p:cNvSpPr>
            <a:spLocks noGrp="1"/>
          </p:cNvSpPr>
          <p:nvPr>
            <p:ph/>
          </p:nvPr>
        </p:nvSpPr>
        <p:spPr>
          <a:xfrm>
            <a:off x="540000" y="1980000"/>
            <a:ext cx="9623160" cy="504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37222"/>
          </a:bodyPr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</a:rPr>
              <a:t>&lt;resource-action-mapping&gt;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</a:rPr>
              <a:t>&lt;portlet-resource&gt;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</a:rPr>
              <a:t>&lt;portlet-name&gt;com_acme_events_web_portlet_EventsPortlet&lt;/portlet-name&gt;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</a:rPr>
              <a:t>&lt;permissions&gt;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             </a:t>
            </a:r>
            <a:r>
              <a:rPr b="0" lang="fr-FR" sz="24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&lt; !</a:t>
            </a:r>
            <a:r>
              <a:rPr b="0" lang="fr-FR" sz="10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!</a:t>
            </a:r>
            <a:r>
              <a:rPr b="0" lang="fr-FR" sz="24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-- actions supportées --&gt;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&lt;supports&gt;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&lt;action-key&gt;VIEW&lt;/action-key&gt;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&lt;action-key&gt;ACCESS_IN_CONTROL_PANEL&lt;/action-key&gt;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&lt;action-key&gt;CONFIGURATION&lt;/action-key&gt;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&lt;action-key&gt;PERMISSIONS&lt;/action-key&gt;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&lt;/supports&gt;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&lt;site-member-defaults&gt;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&lt;action-key&gt;VIEW&lt;/action-key&gt;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&lt;/site-member-defaults&gt;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&lt;guest-defaults&gt;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&lt;action-key&gt;VIEW&lt;/action-key&gt;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&lt;/guest-defaults&gt;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             </a:t>
            </a:r>
            <a:r>
              <a:rPr b="0" lang="fr-FR" sz="24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&lt; !</a:t>
            </a:r>
            <a:r>
              <a:rPr b="0" lang="fr-FR" sz="10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!</a:t>
            </a:r>
            <a:r>
              <a:rPr b="0" lang="fr-FR" sz="24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-- actions visibles et assignables dans l’interface --&gt;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&lt;action-key&gt;VIEW&lt;/action-key&gt;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&lt;action-key&gt;ACCESS_IN_CONTROL_PANEL&lt;/action-key&gt;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&lt;action-key&gt;CONFIGURATION&lt;/action-key&gt;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&lt;action-key&gt;PERMISSIONS&lt;/action-key&gt;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&lt;/action-keys&gt;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&lt;/permissions&gt;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&lt;/portlet-resource&gt;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&lt;/resource-action-mapping&gt;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600" cy="69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Exemple Modèle métier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5" name="PlaceHolder 2"/>
          <p:cNvSpPr>
            <a:spLocks noGrp="1"/>
          </p:cNvSpPr>
          <p:nvPr>
            <p:ph/>
          </p:nvPr>
        </p:nvSpPr>
        <p:spPr>
          <a:xfrm>
            <a:off x="534600" y="1980000"/>
            <a:ext cx="9623160" cy="521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31111" lnSpcReduction="10000"/>
          </a:bodyPr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</a:rPr>
              <a:t>&lt;model-resource&gt;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</a:rPr>
              <a:t>&lt;model-name&gt;com.acme.events.model.Event&lt;/model-name&gt;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  </a:t>
            </a:r>
            <a:r>
              <a:rPr b="1" lang="fr-FR" sz="24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&lt;!-- Permissions gérées par le portlet --&gt;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&lt;portlet-ref&gt;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&lt;portlet-name&gt;com_acme_events_web_portlet_EventsPortlet&lt;/portlet-name&gt;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&lt;/portlet-ref&gt;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&lt;permissions&gt;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&lt;supports&gt;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&lt;action-key&gt;VIEW&lt;/action-key&gt;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&lt;action-key&gt;UPDATE&lt;/action-key&gt;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&lt;action-key&gt;DELETE&lt;/action-key&gt;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&lt;action-key&gt;PERMISSIONS&lt;/action-key&gt;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&lt;action-key&gt;REGISTER&lt;/action-key&gt;  </a:t>
            </a:r>
            <a:r>
              <a:rPr b="1" lang="fr-FR" sz="24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&lt;!-- Actions “métier” optionnelles --&gt;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&lt;/supports&gt;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&lt;site-member-defaults&gt;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&lt;action-key&gt;VIEW&lt;/action-key&gt;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&lt;/site-member-defaults&gt;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&lt;guest-defaults&gt;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&lt;action-key&gt;VIEW&lt;/action-key&gt;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&lt;/guest-defaults&gt;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&lt;guest-unsupported&gt;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&lt;action-key&gt;UPDATE&lt;/action-key&gt;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&lt;action-key&gt;DELETE&lt;/action-key&gt;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&lt;action-key&gt;REGISTER&lt;/action-key&gt;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&lt;/guest-unsupported&gt;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&lt;owner-defaults&gt;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&lt;action-key&gt;VIEW&lt;/action-key&gt;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&lt;action-key&gt;UPDATE&lt;/action-key&gt;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&lt;action-key&gt;DELETE&lt;/action-key&gt;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&lt;/owner-defaults&gt;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&lt;action-key&gt;VIEW&lt;/action-key&gt;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&lt;action-key&gt;UPDATE&lt;/action-key&gt;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&lt;action-key&gt;DELETE&lt;/action-key&gt;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&lt;action-key&gt;PERMISSIONS&lt;/action-key&gt;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&lt;action-key&gt;REGISTER&lt;/action-key&gt;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&lt;/action-keys&gt;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&lt;/permissions&gt;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&lt;/model-resource&gt;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600" cy="69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Application des permissions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7" name="PlaceHolder 2"/>
          <p:cNvSpPr>
            <a:spLocks noGrp="1"/>
          </p:cNvSpPr>
          <p:nvPr>
            <p:ph/>
          </p:nvPr>
        </p:nvSpPr>
        <p:spPr>
          <a:xfrm>
            <a:off x="534600" y="2091960"/>
            <a:ext cx="9623160" cy="4747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permissions s’appliquent à plusieurs niveaux 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Dans l’interface :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cacher une ligne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désactiver un bouton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masquer une action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Dans la couche service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bloquer une modification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empêcher une suppression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Dans les APIs REST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autoriser ou refuser l’accès à une ressource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600" cy="69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ServiceContext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9" name="PlaceHolder 2"/>
          <p:cNvSpPr>
            <a:spLocks noGrp="1"/>
          </p:cNvSpPr>
          <p:nvPr>
            <p:ph/>
          </p:nvPr>
        </p:nvSpPr>
        <p:spPr>
          <a:xfrm>
            <a:off x="534600" y="1947960"/>
            <a:ext cx="9623160" cy="438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0000" lnSpcReduction="10000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 contexte d’exécution </a:t>
            </a:r>
            <a:r>
              <a:rPr b="1" i="1" lang="fr-FR" sz="3200" spc="-1" strike="noStrike">
                <a:solidFill>
                  <a:srgbClr val="0e237d"/>
                </a:solidFill>
                <a:latin typeface="Arial"/>
              </a:rPr>
              <a:t>ServiceContext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véhicule les informations sur l’utilisateur et donc ses permissions associées.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champs de serviceContext contiennent entre autres </a:t>
            </a:r>
            <a:br>
              <a:rPr sz="3200"/>
            </a:b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1800" spc="-1" strike="noStrike">
                <a:solidFill>
                  <a:srgbClr val="1511ac"/>
                </a:solidFill>
                <a:latin typeface="Calibri"/>
              </a:rPr>
              <a:t>userId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: Indique l’utilisateur qui effectue l’opération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1800" spc="-1" strike="noStrike">
                <a:solidFill>
                  <a:srgbClr val="1511ac"/>
                </a:solidFill>
                <a:latin typeface="Calibri"/>
              </a:rPr>
              <a:t>scopeGroupId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 :Groupe/site d’exécution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1800" spc="-1" strike="noStrike">
                <a:solidFill>
                  <a:srgbClr val="1511ac"/>
                </a:solidFill>
                <a:latin typeface="Calibri"/>
              </a:rPr>
              <a:t>companyId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 : Société concernée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1800" spc="-1" strike="noStrike">
                <a:solidFill>
                  <a:srgbClr val="1511ac"/>
                </a:solidFill>
                <a:latin typeface="Calibri"/>
              </a:rPr>
              <a:t>permissions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 : Définit les droits donnés à la ressource créée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1800" spc="-1" strike="noStrike">
                <a:solidFill>
                  <a:srgbClr val="1511ac"/>
                </a:solidFill>
                <a:latin typeface="Calibri"/>
              </a:rPr>
              <a:t>assetCategoryIds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 : Catégories associées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1800" spc="-1" strike="noStrike">
                <a:solidFill>
                  <a:srgbClr val="1511ac"/>
                </a:solidFill>
                <a:latin typeface="Calibri"/>
              </a:rPr>
              <a:t>assetTagNames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 : Tags associés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1800" spc="-1" strike="noStrike">
                <a:solidFill>
                  <a:srgbClr val="1511ac"/>
                </a:solidFill>
                <a:latin typeface="Calibri"/>
              </a:rPr>
              <a:t>workflowAction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 : Ex : publier ou enregistrer comme brouillon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864000"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600" cy="69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Récupération du ServiceContext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1" name="PlaceHolder 2"/>
          <p:cNvSpPr>
            <a:spLocks noGrp="1"/>
          </p:cNvSpPr>
          <p:nvPr>
            <p:ph/>
          </p:nvPr>
        </p:nvSpPr>
        <p:spPr>
          <a:xfrm>
            <a:off x="534600" y="2019960"/>
            <a:ext cx="9623160" cy="438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888"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Depuis une portlet MVC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ServiceContext sc = </a:t>
            </a:r>
            <a:br>
              <a:rPr sz="1600"/>
            </a:b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    ServiceContextFactory.getInstance(Event.class.getName(), actionRequest);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Depuis un service, appelé dans un flux web: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ServiceContext sc =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    </a:t>
            </a: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ServiceContextThreadLocal.getServiceContext();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Ou mieux, le portlet passe l’argument ServiceContext au service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Hors Flux Web, il faut l’instancier et positionner le groupId et le userId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ServiceContext sc = new ServiceContext();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sc.setScopeGroupId(groupId);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sc.setUserId(userId);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600" cy="69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Vérification des permissions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3" name="PlaceHolder 2"/>
          <p:cNvSpPr>
            <a:spLocks noGrp="1"/>
          </p:cNvSpPr>
          <p:nvPr>
            <p:ph/>
          </p:nvPr>
        </p:nvSpPr>
        <p:spPr>
          <a:xfrm>
            <a:off x="534600" y="1983960"/>
            <a:ext cx="9623160" cy="438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8333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La vérification des permissions nécessite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De récupérer l’utilisateur courant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D’évaluer ses rôles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De vérifier s’il a le droit demandé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Cela se fait via 2 classes Java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i="1" lang="fr-FR" sz="2800" spc="-1" strike="noStrike">
                <a:solidFill>
                  <a:srgbClr val="000000"/>
                </a:solidFill>
                <a:latin typeface="Arial"/>
              </a:rPr>
              <a:t>PermissionChecker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i="1" lang="fr-FR" sz="2800" spc="-1" strike="noStrike">
                <a:solidFill>
                  <a:srgbClr val="000000"/>
                </a:solidFill>
                <a:latin typeface="Arial"/>
              </a:rPr>
              <a:t>ModelResourcePermission 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qui offre une méthode </a:t>
            </a:r>
            <a:r>
              <a:rPr b="1" i="1" lang="fr-FR" sz="2800" spc="-1" strike="noStrike">
                <a:solidFill>
                  <a:srgbClr val="1e31c9"/>
                </a:solidFill>
                <a:latin typeface="Arial"/>
              </a:rPr>
              <a:t>check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 résultat est un booléen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autorisé → action possible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refusé → action bloquée ou masquée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600" cy="69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ModelResourcePermission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5" name="PlaceHolder 2"/>
          <p:cNvSpPr>
            <a:spLocks noGrp="1"/>
          </p:cNvSpPr>
          <p:nvPr>
            <p:ph/>
          </p:nvPr>
        </p:nvSpPr>
        <p:spPr>
          <a:xfrm>
            <a:off x="540000" y="1980000"/>
            <a:ext cx="9623160" cy="438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Pour chaque modèle métier (Event, Article, etc.), un </a:t>
            </a:r>
            <a:r>
              <a:rPr b="1" i="1" lang="fr-FR" sz="3200" spc="-1" strike="noStrike">
                <a:solidFill>
                  <a:srgbClr val="0e237d"/>
                </a:solidFill>
                <a:latin typeface="Arial"/>
              </a:rPr>
              <a:t>ModelResourcePermission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centralise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les règles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la notion de propriétaire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les rôles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les règles personnalisées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Toute vérification passe par lui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UI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Service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REST / GraphQL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PlaceHolder 1"/>
          <p:cNvSpPr>
            <a:spLocks noGrp="1"/>
          </p:cNvSpPr>
          <p:nvPr>
            <p:ph type="title"/>
          </p:nvPr>
        </p:nvSpPr>
        <p:spPr>
          <a:xfrm>
            <a:off x="1090800" y="508680"/>
            <a:ext cx="8508600" cy="124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Enregistrement ModelResourcePermission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7" name="PlaceHolder 2"/>
          <p:cNvSpPr>
            <a:spLocks noGrp="1"/>
          </p:cNvSpPr>
          <p:nvPr>
            <p:ph/>
          </p:nvPr>
        </p:nvSpPr>
        <p:spPr>
          <a:xfrm>
            <a:off x="534600" y="1947960"/>
            <a:ext cx="9623160" cy="438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8333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 développeur doit exposer un service OSGI qui crée l’instance de </a:t>
            </a:r>
            <a:r>
              <a:rPr b="0" i="1" lang="fr-FR" sz="3200" spc="-1" strike="noStrike">
                <a:solidFill>
                  <a:srgbClr val="000000"/>
                </a:solidFill>
                <a:latin typeface="Arial"/>
              </a:rPr>
              <a:t>ModelResourcePermission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Lors de l’instanciation, le développeur doit renseigner 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La classe métier impliquée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La méthode permettant de récupérer l’identifiant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La méthode permettant de charger l’objet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864000" indent="0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600" cy="69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i="1" lang="fr-FR" sz="3200" spc="-1" strike="noStrike">
                <a:solidFill>
                  <a:srgbClr val="000000"/>
                </a:solidFill>
                <a:latin typeface="Arial"/>
              </a:rPr>
              <a:t>Enregistrement d’un ModelResourcePermission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9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720" cy="513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222"/>
          </a:bodyPr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@Component(immediate = true)</a:t>
            </a:r>
            <a:endParaRPr b="0" lang="fr-FR" sz="14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public class EventModelResourcePermissionRegistrar {</a:t>
            </a:r>
            <a:endParaRPr b="0" lang="fr-FR" sz="14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4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1400" spc="-1" strike="noStrike">
                <a:solidFill>
                  <a:srgbClr val="1e31c9"/>
                </a:solidFill>
                <a:latin typeface="Courier New"/>
              </a:rPr>
              <a:t>@Activate</a:t>
            </a:r>
            <a:endParaRPr b="0" lang="fr-FR" sz="14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public void activate(BundleContext bundleContext) {</a:t>
            </a:r>
            <a:endParaRPr b="0" lang="fr-FR" sz="14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Dictionary&lt;String, Object&gt; properties = new HashMapDictionary&lt;&gt;();</a:t>
            </a:r>
            <a:endParaRPr b="0" lang="fr-FR" sz="14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properties.put("model.class.name", Event.class.getName());</a:t>
            </a:r>
            <a:endParaRPr b="0" lang="fr-FR" sz="14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4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// Enregistrement manuel dans le registre OSGi</a:t>
            </a:r>
            <a:endParaRPr b="0" lang="fr-FR" sz="14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bundleContext.registerService(</a:t>
            </a:r>
            <a:endParaRPr b="0" lang="fr-FR" sz="14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ModelResourcePermission.class,</a:t>
            </a:r>
            <a:endParaRPr b="0" lang="fr-FR" sz="14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ModelResourcePermissionFactory.create(</a:t>
            </a:r>
            <a:endParaRPr b="0" lang="fr-FR" sz="14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Event.class, </a:t>
            </a:r>
            <a:endParaRPr b="0" lang="fr-FR" sz="14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Event::getEventId,</a:t>
            </a:r>
            <a:endParaRPr b="0" lang="fr-FR" sz="14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      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_eventLocalService::getEvent, </a:t>
            </a:r>
            <a:endParaRPr b="0" lang="fr-FR" sz="14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      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_portletResourcePermission,</a:t>
            </a:r>
            <a:endParaRPr b="0" lang="fr-FR" sz="14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(modelResourcePermission, consumer) -&gt; { // Possibilité d'ajouter des validateurs ici }),</a:t>
            </a:r>
            <a:endParaRPr b="0" lang="fr-FR" sz="14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      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properties);</a:t>
            </a:r>
            <a:endParaRPr b="0" lang="fr-FR" sz="14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14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4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1400" spc="-1" strike="noStrike">
                <a:solidFill>
                  <a:srgbClr val="1e31c9"/>
                </a:solidFill>
                <a:latin typeface="Courier New"/>
              </a:rPr>
              <a:t>@Deactivate</a:t>
            </a:r>
            <a:endParaRPr b="0" lang="fr-FR" sz="14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public void deactivate() { _serviceRegistration.unregister(); }</a:t>
            </a:r>
            <a:endParaRPr b="0" lang="fr-FR" sz="14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4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@Reference</a:t>
            </a:r>
            <a:endParaRPr b="0" lang="fr-FR" sz="14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private EventLocalService _eventLocalService;</a:t>
            </a:r>
            <a:endParaRPr b="0" lang="fr-FR" sz="14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@Reference(target = "(resource.name=com_acme_events_web_portlet_EventsPortlet)")</a:t>
            </a:r>
            <a:endParaRPr b="0" lang="fr-FR" sz="14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private PortletResourcePermission _portletResourcePermission;</a:t>
            </a:r>
            <a:endParaRPr b="0" lang="fr-FR" sz="1400" spc="-1" strike="noStrike">
              <a:solidFill>
                <a:srgbClr val="000000"/>
              </a:solidFill>
              <a:latin typeface="Courier New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1400" spc="-1" strike="noStrike">
              <a:solidFill>
                <a:srgbClr val="000000"/>
              </a:solidFill>
              <a:latin typeface="Courier New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PlaceHolder 1"/>
          <p:cNvSpPr>
            <a:spLocks noGrp="1"/>
          </p:cNvSpPr>
          <p:nvPr>
            <p:ph type="title"/>
          </p:nvPr>
        </p:nvSpPr>
        <p:spPr>
          <a:xfrm>
            <a:off x="1090800" y="508320"/>
            <a:ext cx="850860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Configuration des permissions d'un Widget (Interface)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1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720" cy="513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242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Accès à la configuration : Chaque widget (portlet) déposé sur une page possède un menu "Droits d’accès" (icône engrenage).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Onglet Permissions : Permet de définir manuellement quel rôle peut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Voir, Ajouter à la page, Configurer, Droits d’accès, ..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Configuration : Modifier les réglages propres au widget.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Permissions : Déléguer la gestion des droits de ce widget à d'autres rôles.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Portée : Ces réglages s'appliquent à l'instance spécifique du widget sur la page ou au niveau du site selon le contexte.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600" cy="69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Déclaration des permissions (resource-actions)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3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720" cy="513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Le fichier portlet.properties indique le fichier de définition des permissions :</a:t>
            </a:r>
            <a:br>
              <a:rPr sz="2000"/>
            </a:br>
            <a:r>
              <a:rPr b="1" lang="fr-FR" sz="2000" spc="-1" strike="noStrike">
                <a:solidFill>
                  <a:srgbClr val="1e31c9"/>
                </a:solidFill>
                <a:latin typeface="Courier New"/>
              </a:rPr>
              <a:t>resource.actions.configs=resource-actions/default.xml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Le fichier </a:t>
            </a:r>
            <a:r>
              <a:rPr b="1" i="1" lang="fr-FR" sz="2000" spc="-1" strike="noStrike">
                <a:solidFill>
                  <a:srgbClr val="1511ac"/>
                </a:solidFill>
                <a:latin typeface="Calibri"/>
              </a:rPr>
              <a:t>resource-actions/default.xml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 déclare 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les actions supportées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les actions autorisées par défaut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600" cy="69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Permissions d’un portlet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5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720" cy="513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r>
              <a:rPr b="0" lang="fr-FR" sz="1500" spc="-1" strike="noStrike">
                <a:solidFill>
                  <a:srgbClr val="000000"/>
                </a:solidFill>
                <a:latin typeface="Courier New"/>
                <a:ea typeface="JetBrains Mono"/>
              </a:rPr>
              <a:t>&lt;?xml version="1.0"?&gt;</a:t>
            </a:r>
            <a:br>
              <a:rPr sz="1500"/>
            </a:br>
            <a:r>
              <a:rPr b="0" lang="fr-FR" sz="1500" spc="-1" strike="noStrike">
                <a:solidFill>
                  <a:srgbClr val="000000"/>
                </a:solidFill>
                <a:latin typeface="Courier New"/>
                <a:ea typeface="JetBrains Mono"/>
              </a:rPr>
              <a:t>&lt;!DOCTYPE resource-action-mapping PUBLIC "-//Liferay//DTD Resource Action Mapping 7.4.0//EN" "http://www.liferay.com/dtd/liferay-resource-action-mapping_7_4_0.dtd"&gt;</a:t>
            </a:r>
            <a:br>
              <a:rPr sz="1500"/>
            </a:br>
            <a:r>
              <a:rPr b="0" lang="fr-FR" sz="1500" spc="-1" strike="noStrike">
                <a:solidFill>
                  <a:srgbClr val="000000"/>
                </a:solidFill>
                <a:latin typeface="Courier New"/>
                <a:ea typeface="JetBrains Mono"/>
              </a:rPr>
              <a:t>&lt;resource-action-mapping&gt;</a:t>
            </a:r>
            <a:br>
              <a:rPr sz="1500"/>
            </a:br>
            <a:r>
              <a:rPr b="0" lang="fr-FR" sz="1500" spc="-1" strike="noStrike">
                <a:solidFill>
                  <a:srgbClr val="000000"/>
                </a:solidFill>
                <a:latin typeface="Courier New"/>
                <a:ea typeface="JetBrains Mono"/>
              </a:rPr>
              <a:t>    </a:t>
            </a:r>
            <a:r>
              <a:rPr b="1" lang="fr-FR" sz="1500" spc="-1" strike="noStrike">
                <a:solidFill>
                  <a:srgbClr val="1e31c9"/>
                </a:solidFill>
                <a:latin typeface="Courier New"/>
                <a:ea typeface="JetBrains Mono"/>
              </a:rPr>
              <a:t>&lt;portlet-resource&gt;</a:t>
            </a:r>
            <a:br>
              <a:rPr sz="1500"/>
            </a:br>
            <a:r>
              <a:rPr b="0" lang="fr-FR" sz="1500" spc="-1" strike="noStrike">
                <a:solidFill>
                  <a:srgbClr val="000000"/>
                </a:solidFill>
                <a:latin typeface="Courier New"/>
                <a:ea typeface="JetBrains Mono"/>
              </a:rPr>
              <a:t>        &lt;portlet-name&gt;org_formation_event_EventPortlet&lt;/portlet-name&gt;</a:t>
            </a:r>
            <a:br>
              <a:rPr sz="1500"/>
            </a:br>
            <a:r>
              <a:rPr b="0" lang="fr-FR" sz="1500" spc="-1" strike="noStrike">
                <a:solidFill>
                  <a:srgbClr val="000000"/>
                </a:solidFill>
                <a:latin typeface="Courier New"/>
                <a:ea typeface="JetBrains Mono"/>
              </a:rPr>
              <a:t>        &lt;permissions&gt;</a:t>
            </a:r>
            <a:br>
              <a:rPr sz="1500"/>
            </a:br>
            <a:r>
              <a:rPr b="0" lang="fr-FR" sz="1500" spc="-1" strike="noStrike">
                <a:solidFill>
                  <a:srgbClr val="000000"/>
                </a:solidFill>
                <a:latin typeface="Courier New"/>
                <a:ea typeface="JetBrains Mono"/>
              </a:rPr>
              <a:t>            &lt;supports&gt;</a:t>
            </a:r>
            <a:br>
              <a:rPr sz="1500"/>
            </a:br>
            <a:r>
              <a:rPr b="0" lang="fr-FR" sz="1500" spc="-1" strike="noStrike">
                <a:solidFill>
                  <a:srgbClr val="000000"/>
                </a:solidFill>
                <a:latin typeface="Courier New"/>
                <a:ea typeface="JetBrains Mono"/>
              </a:rPr>
              <a:t>                &lt;action-key&gt;ADD_EVENT&lt;/action-key&gt;</a:t>
            </a:r>
            <a:br>
              <a:rPr sz="1500"/>
            </a:br>
            <a:r>
              <a:rPr b="0" lang="fr-FR" sz="1500" spc="-1" strike="noStrike">
                <a:solidFill>
                  <a:srgbClr val="000000"/>
                </a:solidFill>
                <a:latin typeface="Courier New"/>
                <a:ea typeface="JetBrains Mono"/>
              </a:rPr>
              <a:t>                &lt;action-key&gt;VIEW&lt;/action-key&gt;</a:t>
            </a:r>
            <a:br>
              <a:rPr sz="1500"/>
            </a:br>
            <a:r>
              <a:rPr b="0" lang="fr-FR" sz="1500" spc="-1" strike="noStrike">
                <a:solidFill>
                  <a:srgbClr val="000000"/>
                </a:solidFill>
                <a:latin typeface="Courier New"/>
                <a:ea typeface="JetBrains Mono"/>
              </a:rPr>
              <a:t>            &lt;/supports&gt;</a:t>
            </a:r>
            <a:br>
              <a:rPr sz="1500"/>
            </a:br>
            <a:r>
              <a:rPr b="0" lang="fr-FR" sz="1500" spc="-1" strike="noStrike">
                <a:solidFill>
                  <a:srgbClr val="000000"/>
                </a:solidFill>
                <a:latin typeface="Courier New"/>
                <a:ea typeface="JetBrains Mono"/>
              </a:rPr>
              <a:t>            &lt;site-member-defaults&gt;</a:t>
            </a:r>
            <a:br>
              <a:rPr sz="1500"/>
            </a:br>
            <a:r>
              <a:rPr b="0" lang="fr-FR" sz="1500" spc="-1" strike="noStrike">
                <a:solidFill>
                  <a:srgbClr val="000000"/>
                </a:solidFill>
                <a:latin typeface="Courier New"/>
                <a:ea typeface="JetBrains Mono"/>
              </a:rPr>
              <a:t>                &lt;action-key&gt;VIEW&lt;/action-key&gt;</a:t>
            </a:r>
            <a:br>
              <a:rPr sz="1500"/>
            </a:br>
            <a:r>
              <a:rPr b="0" lang="fr-FR" sz="1500" spc="-1" strike="noStrike">
                <a:solidFill>
                  <a:srgbClr val="000000"/>
                </a:solidFill>
                <a:latin typeface="Courier New"/>
                <a:ea typeface="JetBrains Mono"/>
              </a:rPr>
              <a:t>                &lt;action-key&gt;ADD_EVENT&lt;/action-key&gt;</a:t>
            </a:r>
            <a:br>
              <a:rPr sz="1500"/>
            </a:br>
            <a:r>
              <a:rPr b="0" lang="fr-FR" sz="1500" spc="-1" strike="noStrike">
                <a:solidFill>
                  <a:srgbClr val="000000"/>
                </a:solidFill>
                <a:latin typeface="Courier New"/>
                <a:ea typeface="JetBrains Mono"/>
              </a:rPr>
              <a:t>            &lt;/site-member-defaults&gt;</a:t>
            </a:r>
            <a:br>
              <a:rPr sz="1500"/>
            </a:br>
            <a:r>
              <a:rPr b="0" lang="fr-FR" sz="1500" spc="-1" strike="noStrike">
                <a:solidFill>
                  <a:srgbClr val="000000"/>
                </a:solidFill>
                <a:latin typeface="Courier New"/>
                <a:ea typeface="JetBrains Mono"/>
              </a:rPr>
              <a:t>        &lt;/permissions&gt;</a:t>
            </a:r>
            <a:br>
              <a:rPr sz="1500"/>
            </a:br>
            <a:r>
              <a:rPr b="0" lang="fr-FR" sz="1500" spc="-1" strike="noStrike">
                <a:solidFill>
                  <a:srgbClr val="000000"/>
                </a:solidFill>
                <a:latin typeface="Courier New"/>
                <a:ea typeface="JetBrains Mono"/>
              </a:rPr>
              <a:t>    &lt;/portlet-resource&gt;</a:t>
            </a:r>
            <a:br>
              <a:rPr sz="1500"/>
            </a:br>
            <a:br>
              <a:rPr sz="1500"/>
            </a:br>
            <a:r>
              <a:rPr b="0" lang="fr-FR" sz="1500" spc="-1" strike="noStrike">
                <a:solidFill>
                  <a:srgbClr val="000000"/>
                </a:solidFill>
                <a:latin typeface="Courier New"/>
                <a:ea typeface="JetBrains Mono"/>
              </a:rPr>
              <a:t>&lt;/resource-action-mapping&gt;</a:t>
            </a:r>
            <a:endParaRPr b="0" lang="fr-FR" sz="1500" spc="-1" strike="noStrike">
              <a:solidFill>
                <a:srgbClr val="000000"/>
              </a:solidFill>
              <a:latin typeface="Courier New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600" cy="69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Permissions pour une entité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7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720" cy="513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&lt;model-resource&gt;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&lt;model-name&gt;com.acme.events.model.Event&lt;/model-name&gt;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&lt;permissions&gt;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&lt;supports&gt;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  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&lt;action-key&gt;VIEW&lt;/action-key&gt;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  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&lt;action-key&gt;UPDATE&lt;/action-key&gt;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  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&lt;action-key&gt;DELETE&lt;/action-key&gt;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&lt;/supports&gt;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&lt;/permissions&gt;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&lt;/model-resource&gt;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600" cy="69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Fonctionnement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9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720" cy="513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Lorsque Liferay reçoit une demande de permission comme 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283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afficher une ligne dans une liste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283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accéder à un détail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283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exécuter une action via un bouton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283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REST / GraphQL / Service Builder check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Il appelle : </a:t>
            </a:r>
            <a:r>
              <a:rPr b="1" i="1" lang="fr-FR" sz="1500" spc="-1" strike="noStrike">
                <a:solidFill>
                  <a:srgbClr val="0e237d"/>
                </a:solidFill>
                <a:latin typeface="Calibri"/>
              </a:rPr>
              <a:t>modelResourcePermission.check. </a:t>
            </a:r>
            <a:br>
              <a:rPr sz="1500"/>
            </a:b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Par exemple :</a:t>
            </a:r>
            <a:br>
              <a:rPr sz="1500"/>
            </a:b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  modelResourcePermission.check(permissionChecker, event, ActionKeys.VIEW);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modelResourcePermission 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283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consulte les règles définies dans </a:t>
            </a:r>
            <a:r>
              <a:rPr b="0" i="1" lang="fr-FR" sz="1500" spc="-1" strike="noStrike">
                <a:solidFill>
                  <a:srgbClr val="000000"/>
                </a:solidFill>
                <a:latin typeface="Calibri"/>
              </a:rPr>
              <a:t>resource-actions/default.</a:t>
            </a: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xml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283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Vérifie si l’utilisateur a les permissions nécessaires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283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Applique éventuellement les règles personnalisées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283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Retourne Autorisé ou refusé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En fonction de la valeur de retour, Liferay cache la ligne si VIEW est refusé, désactive un bouton si UPDATE est refusé, bloque un appel REST/GraphQL, masque une action dans la management toolbar, ...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PlaceHolder 1"/>
          <p:cNvSpPr>
            <a:spLocks noGrp="1"/>
          </p:cNvSpPr>
          <p:nvPr>
            <p:ph type="title"/>
          </p:nvPr>
        </p:nvSpPr>
        <p:spPr>
          <a:xfrm>
            <a:off x="1090800" y="1146960"/>
            <a:ext cx="8508600" cy="1271880"/>
          </a:xfrm>
          <a:prstGeom prst="rect">
            <a:avLst/>
          </a:prstGeom>
          <a:noFill/>
          <a:ln w="0">
            <a:noFill/>
          </a:ln>
        </p:spPr>
        <p:txBody>
          <a:bodyPr lIns="0" rIns="0" tIns="12600" bIns="0" anchor="t">
            <a:noAutofit/>
          </a:bodyPr>
          <a:p>
            <a:pPr marL="325800" indent="0">
              <a:lnSpc>
                <a:spcPct val="100000"/>
              </a:lnSpc>
              <a:spcBef>
                <a:spcPts val="99"/>
              </a:spcBef>
              <a:buNone/>
              <a:tabLst>
                <a:tab algn="l" pos="0"/>
              </a:tabLst>
            </a:pPr>
            <a:r>
              <a:rPr b="0" lang="fr-FR" sz="4400" spc="208" strike="noStrike">
                <a:solidFill>
                  <a:schemeClr val="dk1"/>
                </a:solidFill>
                <a:latin typeface="Arial"/>
              </a:rPr>
              <a:t>Vérification</a:t>
            </a:r>
            <a:r>
              <a:rPr b="0" lang="fr-FR" sz="4400" spc="182" strike="noStrike">
                <a:solidFill>
                  <a:schemeClr val="dk1"/>
                </a:solidFill>
                <a:latin typeface="Arial"/>
              </a:rPr>
              <a:t> </a:t>
            </a:r>
            <a:r>
              <a:rPr b="0" lang="fr-FR" sz="4400" spc="188" strike="noStrike">
                <a:solidFill>
                  <a:schemeClr val="dk1"/>
                </a:solidFill>
                <a:latin typeface="Arial"/>
              </a:rPr>
              <a:t>des</a:t>
            </a:r>
            <a:r>
              <a:rPr b="0" lang="fr-FR" sz="4400" spc="182" strike="noStrike">
                <a:solidFill>
                  <a:schemeClr val="dk1"/>
                </a:solidFill>
                <a:latin typeface="Arial"/>
              </a:rPr>
              <a:t> </a:t>
            </a:r>
            <a:r>
              <a:rPr b="0" lang="fr-FR" sz="4400" spc="208" strike="noStrike">
                <a:solidFill>
                  <a:schemeClr val="dk1"/>
                </a:solidFill>
                <a:latin typeface="Arial"/>
              </a:rPr>
              <a:t>permissions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1" name="PlaceHolder 2"/>
          <p:cNvSpPr>
            <a:spLocks noGrp="1"/>
          </p:cNvSpPr>
          <p:nvPr>
            <p:ph type="sldNum" idx="68"/>
          </p:nvPr>
        </p:nvSpPr>
        <p:spPr>
          <a:xfrm>
            <a:off x="10069920" y="7229160"/>
            <a:ext cx="54324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816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26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8160" indent="0">
              <a:lnSpc>
                <a:spcPts val="2721"/>
              </a:lnSpc>
              <a:buNone/>
              <a:tabLst>
                <a:tab algn="l" pos="0"/>
              </a:tabLst>
            </a:pPr>
            <a:fld id="{070CBAD5-2F6C-4BC6-8371-D4EABA2E1C2B}" type="slidenum">
              <a:rPr b="0" lang="fr-FR" sz="2400" spc="-26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2" name="PlaceHolder 3"/>
          <p:cNvSpPr>
            <a:spLocks noGrp="1"/>
          </p:cNvSpPr>
          <p:nvPr>
            <p:ph/>
          </p:nvPr>
        </p:nvSpPr>
        <p:spPr>
          <a:xfrm>
            <a:off x="1088280" y="2083320"/>
            <a:ext cx="8424720" cy="4494960"/>
          </a:xfrm>
          <a:prstGeom prst="rect">
            <a:avLst/>
          </a:prstGeom>
          <a:noFill/>
          <a:ln w="0">
            <a:noFill/>
          </a:ln>
        </p:spPr>
        <p:txBody>
          <a:bodyPr lIns="0" rIns="0" tIns="205200" bIns="0" anchor="t">
            <a:noAutofit/>
          </a:bodyPr>
          <a:p>
            <a:pPr marL="346680" indent="-335160">
              <a:lnSpc>
                <a:spcPts val="3010"/>
              </a:lnSpc>
              <a:spcBef>
                <a:spcPts val="289"/>
              </a:spcBef>
              <a:buNone/>
              <a:tabLst>
                <a:tab algn="l" pos="0"/>
              </a:tabLst>
            </a:pPr>
            <a:r>
              <a:rPr b="0" lang="fr-FR" sz="2600" spc="32" strike="noStrike">
                <a:solidFill>
                  <a:srgbClr val="000000"/>
                </a:solidFill>
                <a:latin typeface="Arial"/>
              </a:rPr>
              <a:t>La</a:t>
            </a:r>
            <a:r>
              <a:rPr b="0" lang="fr-FR" sz="2600" spc="83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600" spc="143" strike="noStrike">
                <a:solidFill>
                  <a:srgbClr val="000000"/>
                </a:solidFill>
                <a:latin typeface="Arial"/>
              </a:rPr>
              <a:t>vérification</a:t>
            </a:r>
            <a:r>
              <a:rPr b="0" lang="fr-FR" sz="2600" spc="103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600" spc="109" strike="noStrike">
                <a:solidFill>
                  <a:srgbClr val="000000"/>
                </a:solidFill>
                <a:latin typeface="Arial"/>
              </a:rPr>
              <a:t>des</a:t>
            </a:r>
            <a:r>
              <a:rPr b="0" lang="fr-FR" sz="2600" spc="83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600" spc="123" strike="noStrike">
                <a:solidFill>
                  <a:srgbClr val="000000"/>
                </a:solidFill>
                <a:latin typeface="Arial"/>
              </a:rPr>
              <a:t>permissions</a:t>
            </a:r>
            <a:r>
              <a:rPr b="0" lang="fr-FR" sz="2600" spc="97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600" spc="180" strike="noStrike">
                <a:solidFill>
                  <a:srgbClr val="000000"/>
                </a:solidFill>
                <a:latin typeface="Arial"/>
              </a:rPr>
              <a:t>doit</a:t>
            </a:r>
            <a:r>
              <a:rPr b="0" lang="fr-FR" sz="2600" spc="92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600" spc="134" strike="noStrike">
                <a:solidFill>
                  <a:srgbClr val="000000"/>
                </a:solidFill>
                <a:latin typeface="Arial"/>
              </a:rPr>
              <a:t>être </a:t>
            </a:r>
            <a:r>
              <a:rPr b="0" lang="fr-FR" sz="2600" spc="180" strike="noStrike">
                <a:solidFill>
                  <a:srgbClr val="000000"/>
                </a:solidFill>
                <a:latin typeface="Arial"/>
              </a:rPr>
              <a:t>implémentée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746640" indent="-278280">
              <a:lnSpc>
                <a:spcPts val="2781"/>
              </a:lnSpc>
              <a:spcBef>
                <a:spcPts val="1414"/>
              </a:spcBef>
              <a:buNone/>
              <a:tabLst>
                <a:tab algn="l" pos="0"/>
              </a:tabLst>
            </a:pPr>
            <a:r>
              <a:rPr b="0" lang="fr-FR" sz="2400" spc="77" strike="noStrike">
                <a:solidFill>
                  <a:srgbClr val="000000"/>
                </a:solidFill>
                <a:latin typeface="Arial"/>
              </a:rPr>
              <a:t>Au</a:t>
            </a:r>
            <a:r>
              <a:rPr b="0" lang="fr-FR" sz="2400" spc="92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134" strike="noStrike">
                <a:solidFill>
                  <a:srgbClr val="000000"/>
                </a:solidFill>
                <a:latin typeface="Arial"/>
              </a:rPr>
              <a:t>niveau</a:t>
            </a:r>
            <a:r>
              <a:rPr b="0" lang="fr-FR" sz="2400" spc="103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1" lang="fr-FR" sz="2400" spc="222" strike="noStrike">
                <a:solidFill>
                  <a:srgbClr val="00007f"/>
                </a:solidFill>
                <a:latin typeface="Gill Sans MT"/>
              </a:rPr>
              <a:t>présentation</a:t>
            </a:r>
            <a:r>
              <a:rPr b="1" lang="fr-FR" sz="2400" spc="194" strike="noStrike">
                <a:solidFill>
                  <a:srgbClr val="00007f"/>
                </a:solidFill>
                <a:latin typeface="Gill Sans MT"/>
              </a:rPr>
              <a:t> </a:t>
            </a:r>
            <a:r>
              <a:rPr b="0" lang="fr-FR" sz="2400" spc="123" strike="noStrike">
                <a:solidFill>
                  <a:srgbClr val="000000"/>
                </a:solidFill>
                <a:latin typeface="Arial"/>
              </a:rPr>
              <a:t>:</a:t>
            </a:r>
            <a:r>
              <a:rPr b="0" lang="fr-FR" sz="2400" spc="92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69" strike="noStrike">
                <a:solidFill>
                  <a:srgbClr val="000000"/>
                </a:solidFill>
                <a:latin typeface="Arial"/>
              </a:rPr>
              <a:t>Ne</a:t>
            </a:r>
            <a:r>
              <a:rPr b="0" lang="fr-FR" sz="2400" spc="77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89" strike="noStrike">
                <a:solidFill>
                  <a:srgbClr val="000000"/>
                </a:solidFill>
                <a:latin typeface="Arial"/>
              </a:rPr>
              <a:t>pas </a:t>
            </a:r>
            <a:r>
              <a:rPr b="0" lang="fr-FR" sz="2400" spc="123" strike="noStrike">
                <a:solidFill>
                  <a:srgbClr val="000000"/>
                </a:solidFill>
                <a:latin typeface="Arial"/>
              </a:rPr>
              <a:t>présenter</a:t>
            </a:r>
            <a:r>
              <a:rPr b="0" lang="fr-FR" sz="2400" spc="83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69" strike="noStrike">
                <a:solidFill>
                  <a:srgbClr val="000000"/>
                </a:solidFill>
                <a:latin typeface="Arial"/>
              </a:rPr>
              <a:t>des </a:t>
            </a:r>
            <a:r>
              <a:rPr b="0" lang="fr-FR" sz="2400" spc="97" strike="noStrike">
                <a:solidFill>
                  <a:srgbClr val="000000"/>
                </a:solidFill>
                <a:latin typeface="Arial"/>
              </a:rPr>
              <a:t>liens</a:t>
            </a:r>
            <a:r>
              <a:rPr b="0" lang="fr-FR" sz="2400" spc="83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117" strike="noStrike">
                <a:solidFill>
                  <a:srgbClr val="000000"/>
                </a:solidFill>
                <a:latin typeface="Arial"/>
              </a:rPr>
              <a:t>ou</a:t>
            </a:r>
            <a:r>
              <a:rPr b="0" lang="fr-FR" sz="2400" spc="83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128" strike="noStrike">
                <a:solidFill>
                  <a:srgbClr val="000000"/>
                </a:solidFill>
                <a:latin typeface="Arial"/>
              </a:rPr>
              <a:t>boutons</a:t>
            </a:r>
            <a:r>
              <a:rPr b="0" lang="fr-FR" sz="2400" spc="77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128" strike="noStrike">
                <a:solidFill>
                  <a:srgbClr val="000000"/>
                </a:solidFill>
                <a:latin typeface="Arial"/>
              </a:rPr>
              <a:t>non</a:t>
            </a:r>
            <a:r>
              <a:rPr b="0" lang="fr-FR" sz="2400" spc="92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97" strike="noStrike">
                <a:solidFill>
                  <a:srgbClr val="000000"/>
                </a:solidFill>
                <a:latin typeface="Arial"/>
              </a:rPr>
              <a:t>autorisés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746640" indent="-278280">
              <a:lnSpc>
                <a:spcPts val="2781"/>
              </a:lnSpc>
              <a:spcBef>
                <a:spcPts val="1131"/>
              </a:spcBef>
              <a:buNone/>
              <a:tabLst>
                <a:tab algn="l" pos="0"/>
              </a:tabLst>
            </a:pPr>
            <a:r>
              <a:rPr b="0" lang="fr-FR" sz="2400" spc="77" strike="noStrike">
                <a:solidFill>
                  <a:srgbClr val="000000"/>
                </a:solidFill>
                <a:latin typeface="Arial"/>
              </a:rPr>
              <a:t>Au</a:t>
            </a:r>
            <a:r>
              <a:rPr b="0" lang="fr-FR" sz="2400" spc="92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134" strike="noStrike">
                <a:solidFill>
                  <a:srgbClr val="000000"/>
                </a:solidFill>
                <a:latin typeface="Arial"/>
              </a:rPr>
              <a:t>niveau</a:t>
            </a:r>
            <a:r>
              <a:rPr b="0" lang="fr-FR" sz="2400" spc="103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1" lang="fr-FR" sz="2400" spc="233" strike="noStrike">
                <a:solidFill>
                  <a:srgbClr val="00007f"/>
                </a:solidFill>
                <a:latin typeface="Gill Sans MT"/>
              </a:rPr>
              <a:t>service</a:t>
            </a:r>
            <a:r>
              <a:rPr b="1" lang="fr-FR" sz="2400" spc="180" strike="noStrike">
                <a:solidFill>
                  <a:srgbClr val="00007f"/>
                </a:solidFill>
                <a:latin typeface="Gill Sans MT"/>
              </a:rPr>
              <a:t> </a:t>
            </a:r>
            <a:r>
              <a:rPr b="0" lang="fr-FR" sz="2400" spc="123" strike="noStrike">
                <a:solidFill>
                  <a:srgbClr val="000000"/>
                </a:solidFill>
                <a:latin typeface="Arial"/>
              </a:rPr>
              <a:t>:</a:t>
            </a:r>
            <a:r>
              <a:rPr b="0" lang="fr-FR" sz="2400" spc="83" strike="noStrike">
                <a:solidFill>
                  <a:srgbClr val="000000"/>
                </a:solidFill>
                <a:latin typeface="Arial"/>
              </a:rPr>
              <a:t> Vérifier</a:t>
            </a:r>
            <a:r>
              <a:rPr b="0" lang="fr-FR" sz="2400" spc="89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137" strike="noStrike">
                <a:solidFill>
                  <a:srgbClr val="000000"/>
                </a:solidFill>
                <a:latin typeface="Arial"/>
              </a:rPr>
              <a:t>que</a:t>
            </a:r>
            <a:r>
              <a:rPr b="0" lang="fr-FR" sz="2400" spc="92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134" strike="noStrike">
                <a:solidFill>
                  <a:srgbClr val="000000"/>
                </a:solidFill>
                <a:latin typeface="Arial"/>
              </a:rPr>
              <a:t>l'utilisateur</a:t>
            </a:r>
            <a:r>
              <a:rPr b="0" lang="fr-FR" sz="2400" spc="92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97" strike="noStrike">
                <a:solidFill>
                  <a:srgbClr val="000000"/>
                </a:solidFill>
                <a:latin typeface="Arial"/>
              </a:rPr>
              <a:t>a</a:t>
            </a:r>
            <a:r>
              <a:rPr b="0" lang="fr-FR" sz="2400" spc="83" strike="noStrike">
                <a:solidFill>
                  <a:srgbClr val="000000"/>
                </a:solidFill>
                <a:latin typeface="Arial"/>
              </a:rPr>
              <a:t> le </a:t>
            </a:r>
            <a:r>
              <a:rPr b="0" lang="fr-FR" sz="2400" spc="137" strike="noStrike">
                <a:solidFill>
                  <a:srgbClr val="000000"/>
                </a:solidFill>
                <a:latin typeface="Arial"/>
              </a:rPr>
              <a:t>droit</a:t>
            </a:r>
            <a:r>
              <a:rPr b="0" lang="fr-FR" sz="2400" spc="75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137" strike="noStrike">
                <a:solidFill>
                  <a:srgbClr val="000000"/>
                </a:solidFill>
                <a:latin typeface="Arial"/>
              </a:rPr>
              <a:t>d'effectuer</a:t>
            </a:r>
            <a:r>
              <a:rPr b="0" lang="fr-FR" sz="2400" spc="89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134" strike="noStrike">
                <a:solidFill>
                  <a:srgbClr val="000000"/>
                </a:solidFill>
                <a:latin typeface="Arial"/>
              </a:rPr>
              <a:t>telle</a:t>
            </a:r>
            <a:r>
              <a:rPr b="0" lang="fr-FR" sz="2400" spc="77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134" strike="noStrike">
                <a:solidFill>
                  <a:srgbClr val="000000"/>
                </a:solidFill>
                <a:latin typeface="Arial"/>
              </a:rPr>
              <a:t>opération</a:t>
            </a:r>
            <a:r>
              <a:rPr b="0" lang="fr-FR" sz="2400" spc="89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109" strike="noStrike">
                <a:solidFill>
                  <a:srgbClr val="000000"/>
                </a:solidFill>
                <a:latin typeface="Arial"/>
              </a:rPr>
              <a:t>sur</a:t>
            </a:r>
            <a:r>
              <a:rPr b="0" lang="fr-FR" sz="2400" spc="89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103" strike="noStrike">
                <a:solidFill>
                  <a:srgbClr val="000000"/>
                </a:solidFill>
                <a:latin typeface="Arial"/>
              </a:rPr>
              <a:t>la</a:t>
            </a:r>
            <a:r>
              <a:rPr b="0" lang="fr-FR" sz="2400" spc="83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75" strike="noStrike">
                <a:solidFill>
                  <a:srgbClr val="000000"/>
                </a:solidFill>
                <a:latin typeface="Arial"/>
              </a:rPr>
              <a:t>base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746640" indent="-278280">
              <a:lnSpc>
                <a:spcPts val="2769"/>
              </a:lnSpc>
              <a:spcBef>
                <a:spcPts val="1151"/>
              </a:spcBef>
              <a:buNone/>
              <a:tabLst>
                <a:tab algn="l" pos="0"/>
              </a:tabLst>
            </a:pPr>
            <a:r>
              <a:rPr b="0" lang="fr-FR" sz="2400" spc="579" strike="noStrike">
                <a:solidFill>
                  <a:srgbClr val="000000"/>
                </a:solidFill>
                <a:latin typeface="Arial"/>
              </a:rPr>
              <a:t>=&gt;</a:t>
            </a:r>
            <a:r>
              <a:rPr b="0" lang="fr-FR" sz="2400" spc="83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109" strike="noStrike">
                <a:solidFill>
                  <a:srgbClr val="000000"/>
                </a:solidFill>
                <a:latin typeface="Arial"/>
              </a:rPr>
              <a:t>Aucun</a:t>
            </a:r>
            <a:r>
              <a:rPr b="0" lang="fr-FR" sz="2400" spc="89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109" strike="noStrike">
                <a:solidFill>
                  <a:srgbClr val="000000"/>
                </a:solidFill>
                <a:latin typeface="Arial"/>
              </a:rPr>
              <a:t>code</a:t>
            </a:r>
            <a:r>
              <a:rPr b="0" lang="fr-FR" sz="2400" spc="89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134" strike="noStrike">
                <a:solidFill>
                  <a:srgbClr val="000000"/>
                </a:solidFill>
                <a:latin typeface="Arial"/>
              </a:rPr>
              <a:t>n'est</a:t>
            </a:r>
            <a:r>
              <a:rPr b="0" lang="fr-FR" sz="2400" spc="89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92" strike="noStrike">
                <a:solidFill>
                  <a:srgbClr val="000000"/>
                </a:solidFill>
                <a:latin typeface="Arial"/>
              </a:rPr>
              <a:t>nécessaire</a:t>
            </a:r>
            <a:r>
              <a:rPr b="0" lang="fr-FR" sz="2400" spc="83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123" strike="noStrike">
                <a:solidFill>
                  <a:srgbClr val="000000"/>
                </a:solidFill>
                <a:latin typeface="Arial"/>
              </a:rPr>
              <a:t>au</a:t>
            </a:r>
            <a:r>
              <a:rPr b="0" lang="fr-FR" sz="2400" spc="89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134" strike="noStrike">
                <a:solidFill>
                  <a:srgbClr val="000000"/>
                </a:solidFill>
                <a:latin typeface="Arial"/>
              </a:rPr>
              <a:t>niveau</a:t>
            </a:r>
            <a:r>
              <a:rPr b="0" lang="fr-FR" sz="2400" spc="83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134" strike="noStrike">
                <a:solidFill>
                  <a:srgbClr val="000000"/>
                </a:solidFill>
                <a:latin typeface="Arial"/>
              </a:rPr>
              <a:t>portlet, </a:t>
            </a:r>
            <a:r>
              <a:rPr b="0" lang="fr-FR" sz="2400" spc="109" strike="noStrike">
                <a:solidFill>
                  <a:srgbClr val="000000"/>
                </a:solidFill>
                <a:latin typeface="Arial"/>
              </a:rPr>
              <a:t>Liferay</a:t>
            </a:r>
            <a:r>
              <a:rPr b="0" lang="fr-FR" sz="2400" spc="77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180" strike="noStrike">
                <a:solidFill>
                  <a:srgbClr val="000000"/>
                </a:solidFill>
                <a:latin typeface="Arial"/>
              </a:rPr>
              <a:t>automatiquement</a:t>
            </a:r>
            <a:r>
              <a:rPr b="0" lang="fr-FR" sz="2400" spc="77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134" strike="noStrike">
                <a:solidFill>
                  <a:srgbClr val="000000"/>
                </a:solidFill>
                <a:latin typeface="Arial"/>
              </a:rPr>
              <a:t>effectue</a:t>
            </a:r>
            <a:r>
              <a:rPr b="0" lang="fr-FR" sz="2400" spc="89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77" strike="noStrike">
                <a:solidFill>
                  <a:srgbClr val="000000"/>
                </a:solidFill>
                <a:latin typeface="Arial"/>
              </a:rPr>
              <a:t>les</a:t>
            </a:r>
            <a:r>
              <a:rPr b="0" lang="fr-FR" sz="2400" spc="92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97" strike="noStrike">
                <a:solidFill>
                  <a:srgbClr val="000000"/>
                </a:solidFill>
                <a:latin typeface="Arial"/>
              </a:rPr>
              <a:t>contrôles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11520" indent="0">
              <a:lnSpc>
                <a:spcPts val="3016"/>
              </a:lnSpc>
              <a:spcBef>
                <a:spcPts val="955"/>
              </a:spcBef>
              <a:buNone/>
              <a:tabLst>
                <a:tab algn="l" pos="0"/>
              </a:tabLst>
            </a:pP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3" name="PlaceHolder 1"/>
          <p:cNvSpPr>
            <a:spLocks noGrp="1"/>
          </p:cNvSpPr>
          <p:nvPr>
            <p:ph type="title"/>
          </p:nvPr>
        </p:nvSpPr>
        <p:spPr>
          <a:xfrm>
            <a:off x="1090800" y="508320"/>
            <a:ext cx="850860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Vérification dans les Portlets (UI &amp; Contrôleur)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4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720" cy="513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530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Côté Contrôleur (Java) : Liferay effectue des contrôles automatiques pour l'accès général, mais le développeur peut affiner la logique en utilisant le PermissionChecker.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Côté Vue (JSP) : Utilisation des tags de sécurité pour masquer les éléments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Bef>
                <a:spcPts val="1417"/>
              </a:spcBef>
              <a:buNone/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</a:rPr>
              <a:t>&lt;c:if test="&lt;%= _eventModelResourcePermission.contains(permissionChecker, event, ActionKeys.UPDATE) %&gt;"&gt;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Bef>
                <a:spcPts val="1417"/>
              </a:spcBef>
              <a:buNone/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</a:rPr>
              <a:t>&lt;button&gt;Modifier&lt;/button&gt;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Bef>
                <a:spcPts val="1417"/>
              </a:spcBef>
              <a:buNone/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</a:rPr>
              <a:t>&lt;/c:if&gt;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i="1" lang="fr-FR" sz="3200" spc="-1" strike="noStrike">
                <a:solidFill>
                  <a:srgbClr val="1e31c9"/>
                </a:solidFill>
                <a:latin typeface="Arial"/>
              </a:rPr>
              <a:t>&lt;liferay-security:permissionsURL&gt;</a:t>
            </a:r>
            <a:r>
              <a:rPr b="1" lang="fr-FR" sz="3200" spc="-1" strike="noStrike">
                <a:solidFill>
                  <a:srgbClr val="1e31c9"/>
                </a:solidFill>
                <a:latin typeface="Arial"/>
              </a:rPr>
              <a:t>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pour offrir un lien direct vers l'interface de gestion des droits d'une entité précise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600" cy="69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Vérification des permissions dans un service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6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720" cy="513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346680" indent="-335160">
              <a:lnSpc>
                <a:spcPts val="3010"/>
              </a:lnSpc>
              <a:spcBef>
                <a:spcPts val="289"/>
              </a:spcBef>
              <a:buNone/>
              <a:tabLst>
                <a:tab algn="l" pos="0"/>
              </a:tabLst>
            </a:pPr>
            <a:r>
              <a:rPr b="0" lang="fr-FR" sz="2600" spc="32" strike="noStrike">
                <a:solidFill>
                  <a:srgbClr val="000000"/>
                </a:solidFill>
                <a:latin typeface="Arial"/>
              </a:rPr>
              <a:t>La</a:t>
            </a:r>
            <a:r>
              <a:rPr b="0" lang="fr-FR" sz="2600" spc="83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600" spc="143" strike="noStrike">
                <a:solidFill>
                  <a:srgbClr val="000000"/>
                </a:solidFill>
                <a:latin typeface="Arial"/>
              </a:rPr>
              <a:t>vérification</a:t>
            </a:r>
            <a:r>
              <a:rPr b="0" lang="fr-FR" sz="2600" spc="103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600" spc="109" strike="noStrike">
                <a:solidFill>
                  <a:srgbClr val="000000"/>
                </a:solidFill>
                <a:latin typeface="Arial"/>
              </a:rPr>
              <a:t>des</a:t>
            </a:r>
            <a:r>
              <a:rPr b="0" lang="fr-FR" sz="2600" spc="83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600" spc="123" strike="noStrike">
                <a:solidFill>
                  <a:srgbClr val="000000"/>
                </a:solidFill>
                <a:latin typeface="Arial"/>
              </a:rPr>
              <a:t>permissions</a:t>
            </a:r>
            <a:r>
              <a:rPr b="0" lang="fr-FR" sz="2600" spc="97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600" spc="180" strike="noStrike">
                <a:solidFill>
                  <a:srgbClr val="000000"/>
                </a:solidFill>
                <a:latin typeface="Arial"/>
              </a:rPr>
              <a:t>au </a:t>
            </a:r>
            <a:r>
              <a:rPr b="0" lang="fr-FR" sz="2400" spc="92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600" spc="134" strike="noStrike">
                <a:solidFill>
                  <a:srgbClr val="000000"/>
                </a:solidFill>
                <a:latin typeface="Arial"/>
              </a:rPr>
              <a:t>niveau</a:t>
            </a:r>
            <a:r>
              <a:rPr b="0" lang="fr-FR" sz="2600" spc="103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1" lang="fr-FR" sz="2600" spc="233" strike="noStrike">
                <a:solidFill>
                  <a:srgbClr val="00007f"/>
                </a:solidFill>
                <a:latin typeface="Gill Sans MT"/>
              </a:rPr>
              <a:t>service</a:t>
            </a:r>
            <a:r>
              <a:rPr b="1" lang="fr-FR" sz="2600" spc="180" strike="noStrike">
                <a:solidFill>
                  <a:srgbClr val="00007f"/>
                </a:solidFill>
                <a:latin typeface="Gill Sans MT"/>
              </a:rPr>
              <a:t> </a:t>
            </a:r>
            <a:r>
              <a:rPr b="0" lang="fr-FR" sz="2600" spc="123" strike="noStrike">
                <a:solidFill>
                  <a:srgbClr val="000000"/>
                </a:solidFill>
                <a:latin typeface="Arial"/>
              </a:rPr>
              <a:t>consiste à vérifier que l’utilisateur a les permissions pour l’action demandée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34668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_modelResourcePermission.check(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34668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permissionChecker, eventId, ActionKeys.UPDATE);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34668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346680" indent="-335160">
              <a:lnSpc>
                <a:spcPts val="3010"/>
              </a:lnSpc>
              <a:spcBef>
                <a:spcPts val="289"/>
              </a:spcBef>
              <a:buNone/>
              <a:tabLst>
                <a:tab algn="l" pos="0"/>
              </a:tabLst>
            </a:pPr>
            <a:r>
              <a:rPr b="0" lang="fr-FR" sz="2600" spc="123" strike="noStrike">
                <a:solidFill>
                  <a:srgbClr val="000000"/>
                </a:solidFill>
                <a:latin typeface="Arial"/>
              </a:rPr>
              <a:t>L’instance </a:t>
            </a:r>
            <a:r>
              <a:rPr b="0" i="1" lang="fr-FR" sz="2600" spc="123" strike="noStrike">
                <a:solidFill>
                  <a:srgbClr val="000000"/>
                </a:solidFill>
                <a:latin typeface="Arial"/>
              </a:rPr>
              <a:t>_modelResourcePermission</a:t>
            </a:r>
            <a:r>
              <a:rPr b="0" lang="fr-FR" sz="2600" spc="123" strike="noStrike">
                <a:solidFill>
                  <a:srgbClr val="000000"/>
                </a:solidFill>
                <a:latin typeface="Arial"/>
              </a:rPr>
              <a:t> est injecté :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748080" indent="0">
              <a:lnSpc>
                <a:spcPts val="2154"/>
              </a:lnSpc>
              <a:buNone/>
              <a:tabLst>
                <a:tab algn="l" pos="0"/>
              </a:tabLst>
            </a:pPr>
            <a:r>
              <a:rPr b="0" i="1" lang="fr-FR" sz="1850" spc="43" strike="noStrike">
                <a:solidFill>
                  <a:srgbClr val="000000"/>
                </a:solidFill>
                <a:latin typeface="Arial"/>
              </a:rPr>
              <a:t>@Reference private ModelResourcePermission&lt;Event&gt; _eventModelResourcePermission;</a:t>
            </a:r>
            <a:endParaRPr b="0" lang="fr-FR" sz="1850" spc="-1" strike="noStrike">
              <a:solidFill>
                <a:srgbClr val="000000"/>
              </a:solidFill>
              <a:latin typeface="Arial"/>
            </a:endParaRPr>
          </a:p>
          <a:p>
            <a:pPr marL="346680" indent="-335160">
              <a:lnSpc>
                <a:spcPts val="3010"/>
              </a:lnSpc>
              <a:spcBef>
                <a:spcPts val="289"/>
              </a:spcBef>
              <a:buNone/>
              <a:tabLst>
                <a:tab algn="l" pos="0"/>
              </a:tabLst>
            </a:pP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346680" indent="-335160">
              <a:lnSpc>
                <a:spcPts val="3010"/>
              </a:lnSpc>
              <a:spcBef>
                <a:spcPts val="289"/>
              </a:spcBef>
              <a:buNone/>
              <a:tabLst>
                <a:tab algn="l" pos="0"/>
              </a:tabLst>
            </a:pPr>
            <a:r>
              <a:rPr b="0" lang="fr-FR" sz="2600" spc="123" strike="noStrike">
                <a:solidFill>
                  <a:srgbClr val="000000"/>
                </a:solidFill>
                <a:latin typeface="Arial"/>
              </a:rPr>
              <a:t>L’instance permissionChecker s’obtient via :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748080" indent="0">
              <a:lnSpc>
                <a:spcPts val="2154"/>
              </a:lnSpc>
              <a:buNone/>
              <a:tabLst>
                <a:tab algn="l" pos="0"/>
              </a:tabLst>
            </a:pPr>
            <a:r>
              <a:rPr b="0" i="1" lang="fr-FR" sz="1850" spc="43" strike="noStrike">
                <a:solidFill>
                  <a:srgbClr val="000000"/>
                </a:solidFill>
                <a:latin typeface="Arial"/>
              </a:rPr>
              <a:t>PermissionChecker permissionChecker = PermissionThreadLocal.getPermissionChecker();</a:t>
            </a:r>
            <a:endParaRPr b="0" lang="fr-FR" sz="1850" spc="-1" strike="noStrike">
              <a:solidFill>
                <a:srgbClr val="000000"/>
              </a:solidFill>
              <a:latin typeface="Arial"/>
            </a:endParaRPr>
          </a:p>
          <a:p>
            <a:pPr marL="748080" indent="0">
              <a:lnSpc>
                <a:spcPts val="2154"/>
              </a:lnSpc>
              <a:buNone/>
              <a:tabLst>
                <a:tab algn="l" pos="0"/>
              </a:tabLst>
            </a:pPr>
            <a:endParaRPr b="0" lang="fr-FR" sz="1850" spc="-1" strike="noStrike">
              <a:solidFill>
                <a:srgbClr val="000000"/>
              </a:solidFill>
              <a:latin typeface="Arial"/>
            </a:endParaRPr>
          </a:p>
          <a:p>
            <a:pPr marL="748080" indent="0">
              <a:lnSpc>
                <a:spcPts val="2154"/>
              </a:lnSpc>
              <a:buNone/>
              <a:tabLst>
                <a:tab algn="l" pos="0"/>
              </a:tabLst>
            </a:pPr>
            <a:endParaRPr b="0" lang="fr-FR" sz="1850" spc="-1" strike="noStrike">
              <a:solidFill>
                <a:srgbClr val="000000"/>
              </a:solidFill>
              <a:latin typeface="Arial"/>
            </a:endParaRPr>
          </a:p>
          <a:p>
            <a:pPr marL="74808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7" name="PlaceHolder 1"/>
          <p:cNvSpPr>
            <a:spLocks noGrp="1"/>
          </p:cNvSpPr>
          <p:nvPr>
            <p:ph type="title"/>
          </p:nvPr>
        </p:nvSpPr>
        <p:spPr>
          <a:xfrm>
            <a:off x="1090800" y="508320"/>
            <a:ext cx="850860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Sauvegarde d’une permission pour une entité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8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720" cy="513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Lors de la création d’une entité, il faut également sauvegarder les permissions associées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Il faut utiliser l’attribut hérité </a:t>
            </a:r>
            <a:r>
              <a:rPr b="0" i="1" lang="fr-FR" sz="3200" spc="-1" strike="noStrike">
                <a:solidFill>
                  <a:srgbClr val="000000"/>
                </a:solidFill>
                <a:latin typeface="Arial"/>
              </a:rPr>
              <a:t>resourceLocalService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et appeler :</a:t>
            </a:r>
            <a:br>
              <a:rPr sz="3200"/>
            </a:b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1" lang="fr-FR" sz="2000" spc="-1" strike="noStrike">
                <a:solidFill>
                  <a:srgbClr val="1e31c9"/>
                </a:solidFill>
                <a:latin typeface="Courier New"/>
                <a:ea typeface="JetBrains Mono"/>
              </a:rPr>
              <a:t>resourceLocalService.addModelResources(event, sc);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600" cy="69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Exemple : Contrôle de permission dans un contrôleur Rest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0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720" cy="513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1200" spc="-1" strike="noStrike">
                <a:solidFill>
                  <a:srgbClr val="000000"/>
                </a:solidFill>
                <a:latin typeface="Courier New"/>
              </a:rPr>
              <a:t>@Component(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1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</a:rPr>
              <a:t>properties = "OSGI-INF/liferay/rest/v1_0/events.properties",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1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</a:rPr>
              <a:t>service = EventsResource.class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1200" spc="-1" strike="noStrike">
                <a:solidFill>
                  <a:srgbClr val="000000"/>
                </a:solidFill>
                <a:latin typeface="Courier New"/>
              </a:rPr>
              <a:t>)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1200" spc="-1" strike="noStrike">
                <a:solidFill>
                  <a:srgbClr val="000000"/>
                </a:solidFill>
                <a:latin typeface="Courier New"/>
              </a:rPr>
              <a:t>public class EventsResourceImpl extends BaseEventsResourceImpl {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1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</a:rPr>
              <a:t>@Reference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1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</a:rPr>
              <a:t>private ModelResourcePermission&lt;Event&gt; _eventModelResourcePermission;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1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</a:rPr>
              <a:t>@Override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1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</a:rPr>
              <a:t>public Event getEvent(Long eventId) throws Exception {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12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</a:rPr>
              <a:t>// Vérification permission VIEW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12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</a:rPr>
              <a:t>_eventModelResourcePermission.check(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1200" spc="-1" strike="noStrike">
                <a:solidFill>
                  <a:srgbClr val="000000"/>
                </a:solidFill>
                <a:latin typeface="Courier New"/>
              </a:rPr>
              <a:t>            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</a:rPr>
              <a:t>getPermissionChecker(), eventId, ActionKeys.VIEW);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12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</a:rPr>
              <a:t>return _eventLocalService.getEvent(eventId);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1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12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1" name=""/>
          <p:cNvSpPr/>
          <p:nvPr/>
        </p:nvSpPr>
        <p:spPr>
          <a:xfrm>
            <a:off x="582480" y="6840000"/>
            <a:ext cx="325980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</a:rPr>
              <a:t>Atelier 13 : Permissions et ServiceContext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600" cy="69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Mise en place OAuth2 dans Liferay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3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720" cy="513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Liferay embarque un serveur OAuth2 complet conforme à la norme.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On l’active à partir du Control Panel :</a:t>
            </a:r>
            <a:br>
              <a:rPr sz="2100"/>
            </a:br>
            <a:r>
              <a:rPr b="1" i="1" lang="fr-FR" sz="2100" spc="-1" strike="noStrike">
                <a:solidFill>
                  <a:srgbClr val="c9211e"/>
                </a:solidFill>
                <a:latin typeface="Calibri"/>
              </a:rPr>
              <a:t>Applications → OAuth2 Administration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Dans Liferay, OAuth2 sert à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Autoriser l’accès à des API REST Builder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Délivrer des jetons d’accès aux utilisateurs ou aux applications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Protéger les endpoints grâce aux scopes et aux permissions du modèle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600" cy="69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3 cas d’usage OAuth2 typiques sur Liferay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5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720" cy="513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Application Java/Backend → Liferay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Utilise Client Credentials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Obtenir un token → appeler API REST Builder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Remote App React → Liferay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Utilise Authorization Code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L’utilisateur s’authentifie → Liferay renvoie le token → la Remote App appelle l’API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Un utilisateur authentifié → App externe → Liferay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OAuth2 Authorization Code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Permet un “Connexion via Liferay” / SSO API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Développement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7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Mise en place IDE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Développement Portlet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Service Builder + REST Builder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Sécurité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REST Builder et Client Extensions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Extensions : Asset, Thèmes,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Asset Framework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9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Permet d’ajouter à tout contenu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Tags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	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Catégories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Commentaires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Notes / Ratings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Relations entre contenus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Workflow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Diffusion via Asset Publisher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Support toujours 100% opérationnel en 7.4.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Intégration Asset pour une entité custom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1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Ajouter AssetEntry lors de la création / mise à jour d’un modèle.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Utiliser les services OSGi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@Reference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private AssetEntryLocalService assetEntryLocalService;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assetEntryLocalService.updateEntry(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userId, groupId,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Event.class.getName(), eventId,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categoryIds, tagNames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);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Permet la publication via les widgets standard Liferay.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Composants UI associés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3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Options disponibles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Taglibs héritées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i="1" lang="fr-FR" sz="2000" spc="-1" strike="noStrike">
                <a:solidFill>
                  <a:srgbClr val="000000"/>
                </a:solidFill>
                <a:latin typeface="Calibri"/>
              </a:rPr>
              <a:t>&lt;liferay-ui:asset-tags-selector&gt;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i="1" lang="fr-FR" sz="2000" spc="-1" strike="noStrike">
                <a:solidFill>
                  <a:srgbClr val="000000"/>
                </a:solidFill>
                <a:latin typeface="Calibri"/>
              </a:rPr>
              <a:t>&lt;liferay-ui:asset-categories-selector&gt;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Composants modernes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Clay React (sélecteurs de tags/categories)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Asset Publisher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Tri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Filtrage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Gabarits d’affichage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4" name=""/>
          <p:cNvSpPr/>
          <p:nvPr/>
        </p:nvSpPr>
        <p:spPr>
          <a:xfrm>
            <a:off x="584640" y="6844320"/>
            <a:ext cx="3260160" cy="35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</a:rPr>
              <a:t>Atelier 14.1 : Asset framework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Thèmes Liferay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6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Les apports d’un thème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Uniformiser l’identité visuelle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Modifier gabarits de page / navigation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Adapter le responsive design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Ajouter des variables Clay / custom CSS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Intégration possible avec outils front modernes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7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Technologies pour les thèmes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8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SCSS / CSS moderne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Clay / Bootstrap 4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Freemarker ou JSP pour les templates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Customisation via :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i="1" lang="fr-FR" sz="2800" spc="-1" strike="noStrike">
                <a:solidFill>
                  <a:srgbClr val="000000"/>
                </a:solidFill>
                <a:latin typeface="Calibri"/>
              </a:rPr>
              <a:t>portal_normal.ftl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i="1" lang="fr-FR" sz="2800" spc="-1" strike="noStrike">
                <a:solidFill>
                  <a:srgbClr val="000000"/>
                </a:solidFill>
                <a:latin typeface="Calibri"/>
              </a:rPr>
              <a:t>navigation.ftl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i="1" lang="fr-FR" sz="2800" spc="-1" strike="noStrike">
                <a:solidFill>
                  <a:srgbClr val="000000"/>
                </a:solidFill>
                <a:latin typeface="Calibri"/>
              </a:rPr>
              <a:t>init_custom.ftl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Structure d’un thème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0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1134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src/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134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css/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134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_custom.scss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134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templates/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134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portal_normal.ftl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134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navigation.ftl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134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images/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134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liferay-look-and-feel.xml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Recommandations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Centraliser les styles dans </a:t>
            </a:r>
            <a:r>
              <a:rPr b="0" i="1" lang="fr-FR" sz="1800" spc="-1" strike="noStrike">
                <a:solidFill>
                  <a:srgbClr val="000000"/>
                </a:solidFill>
                <a:latin typeface="Calibri"/>
              </a:rPr>
              <a:t>_custom.scss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Ne jamais surcharger directement </a:t>
            </a:r>
            <a:r>
              <a:rPr b="0" i="1" lang="fr-FR" sz="1800" spc="-1" strike="noStrike">
                <a:solidFill>
                  <a:srgbClr val="000000"/>
                </a:solidFill>
                <a:latin typeface="Calibri"/>
              </a:rPr>
              <a:t>_unstyled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 ou </a:t>
            </a:r>
            <a:r>
              <a:rPr b="0" i="1" lang="fr-FR" sz="1800" spc="-1" strike="noStrike">
                <a:solidFill>
                  <a:srgbClr val="000000"/>
                </a:solidFill>
                <a:latin typeface="Calibri"/>
              </a:rPr>
              <a:t>_styled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Personnalisation visuelle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2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Utiliser variables SCSS Clay (couleurs, hauteurs, bordures…)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Ajouter vos propres règles CSS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Modifier la structure via Freemarker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Ajouter des fragments de thème (header/footer)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Support complet du responsive via Bootstrap 4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3" name=""/>
          <p:cNvSpPr/>
          <p:nvPr/>
        </p:nvSpPr>
        <p:spPr>
          <a:xfrm>
            <a:off x="1177560" y="6848640"/>
            <a:ext cx="3260160" cy="35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</a:rPr>
              <a:t>Atelier 14.2 : Thème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OSGi vs Hooks et Ext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5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Hooks &amp; EXT (Liferay 6.x / 6.2) :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Lourds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Fragiles aux mises à jour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Couplage fort au portail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Compatibilité réduite en 7.x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Modernisation :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Modules OSGi légers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Déploiement dynamique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Overrides ciblés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stable, maintenable, recommandé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OSGi : les 4 mécanismes de personnalisation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7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Fragment Modules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→ 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Override de JSP / ressources statiques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Service Wrappers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→ 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Surcharge de la logique des services Liferay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Model Listeners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→ 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Réagir aux événements CRUD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Configuration Admin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→ 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Modifier le comportement via des fichiers .config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8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Fragment Modules (remplace JSP Hook)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9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Objectif : remplacer une JSP Liferay sans EXT.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Structure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ourier New"/>
              </a:rPr>
              <a:t>src/main/resources/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2100" spc="-1" strike="noStrike">
                <a:solidFill>
                  <a:srgbClr val="000000"/>
                </a:solidFill>
                <a:latin typeface="Courier New"/>
              </a:rPr>
              <a:t>META-INF/resources/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100" spc="-1" strike="noStrike">
                <a:solidFill>
                  <a:srgbClr val="000000"/>
                </a:solidFill>
                <a:latin typeface="Courier New"/>
              </a:rPr>
              <a:t>html/portal/login.jsp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Utilisation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Modifier l’IHM native du portail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Injecter du HTML ou Clay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Corriger l’affichage d’un module natif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Service Wrappers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1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080" cy="51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7222"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Remplace </a:t>
            </a:r>
            <a:r>
              <a:rPr b="0" i="1" lang="fr-FR" sz="1600" spc="-1" strike="noStrike">
                <a:solidFill>
                  <a:srgbClr val="000000"/>
                </a:solidFill>
                <a:latin typeface="Calibri"/>
              </a:rPr>
              <a:t>UserLocalServiceWrapper</a:t>
            </a: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 des Hooks historiques.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@Component(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service = AopService.class,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property = "model.class.name=com.liferay.portal.kernel.model.User"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)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public class MyUserLocalServiceWrapper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extends UserLocalServiceWrapper {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@Override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public User addUser(...) {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// custom logic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return super.addUser(...);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Utilisation :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Auditer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Ajouter des règles métier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Étendre les services internes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960" cy="69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Model Listeners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3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080" cy="4395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3333" lnSpcReduction="10000"/>
          </a:bodyPr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Écoute les événements d’un modèle (CRUD).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@Component(service = ModelListener.class)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public class EventListener extends BaseModelListener&lt;Event&gt; {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@Override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public void onAfterUpdate(Event event) {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// log, sync, external notification…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Exemples d’usage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Log métier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Notifications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Vérifications supplémentaires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4" name=""/>
          <p:cNvSpPr/>
          <p:nvPr/>
        </p:nvSpPr>
        <p:spPr>
          <a:xfrm>
            <a:off x="1177560" y="6848640"/>
            <a:ext cx="3260160" cy="35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</a:rPr>
              <a:t>Atelier 15 : Personnalisation OSGI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5113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2025-12-01T14:11:26Z</dcterms:created>
  <dc:creator/>
  <dc:description/>
  <dc:language>fr-FR</dc:language>
  <cp:lastModifiedBy/>
  <cp:lastPrinted>2025-12-16T20:16:31Z</cp:lastPrinted>
  <dcterms:modified xsi:type="dcterms:W3CDTF">2025-12-17T23:59:45Z</dcterms:modified>
  <cp:revision>152</cp:revision>
  <dc:subject/>
  <dc:title>Développer un portail Java EE avec LifeRay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2016-03-25T00:00:00Z</vt:filetime>
  </property>
  <property fmtid="{D5CDD505-2E9C-101B-9397-08002B2CF9AE}" pid="3" name="Creator">
    <vt:lpwstr>Impress</vt:lpwstr>
  </property>
  <property fmtid="{D5CDD505-2E9C-101B-9397-08002B2CF9AE}" pid="4" name="LastSaved">
    <vt:filetime>2016-03-25T00:00:00Z</vt:filetime>
  </property>
  <property fmtid="{D5CDD505-2E9C-101B-9397-08002B2CF9AE}" pid="5" name="PresentationFormat">
    <vt:lpwstr>On-screen Show (4:3)</vt:lpwstr>
  </property>
  <property fmtid="{D5CDD505-2E9C-101B-9397-08002B2CF9AE}" pid="6" name="Producer">
    <vt:lpwstr>LibreOffice 4.2</vt:lpwstr>
  </property>
</Properties>
</file>